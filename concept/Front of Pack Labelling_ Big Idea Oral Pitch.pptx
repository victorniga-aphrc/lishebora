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5"/>
    <p:sldMasterId id="2147483650" r:id="rId6"/>
  </p:sldMasterIdLst>
  <p:notesMasterIdLst>
    <p:notesMasterId r:id="rId7"/>
  </p:notesMasterIdLst>
  <p:sldIdLst>
    <p:sldId id="256" r:id="rId8"/>
    <p:sldId id="257" r:id="rId9"/>
  </p:sldIdLst>
  <p:sldSz cy="42803750" cx="302752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416">
          <p15:clr>
            <a:srgbClr val="A4A3A4"/>
          </p15:clr>
        </p15:guide>
        <p15:guide id="2" pos="18656">
          <p15:clr>
            <a:srgbClr val="A4A3A4"/>
          </p15:clr>
        </p15:guide>
        <p15:guide id="3" orient="horz" pos="26586">
          <p15:clr>
            <a:srgbClr val="A4A3A4"/>
          </p15:clr>
        </p15:guide>
        <p15:guide id="4" orient="horz" pos="81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865D500-EC62-4D8E-B545-78DE14473DBB}">
  <a:tblStyle styleId="{6865D500-EC62-4D8E-B545-78DE14473DB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16"/>
        <p:guide pos="18656"/>
        <p:guide pos="26586" orient="horz"/>
        <p:guide pos="810" orient="horz"/>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338388" y="1143000"/>
            <a:ext cx="21812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2301"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2301"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2301"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2301"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2301"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2301"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2301"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2301"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2301"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 name="Google Shape;30;p1:notes"/>
          <p:cNvSpPr/>
          <p:nvPr>
            <p:ph idx="2" type="sldImg"/>
          </p:nvPr>
        </p:nvSpPr>
        <p:spPr>
          <a:xfrm>
            <a:off x="2338388" y="1143000"/>
            <a:ext cx="218122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g3b9457ddb4e_1_0:notes"/>
          <p:cNvSpPr/>
          <p:nvPr>
            <p:ph idx="2" type="sldImg"/>
          </p:nvPr>
        </p:nvSpPr>
        <p:spPr>
          <a:xfrm>
            <a:off x="2338388" y="1143000"/>
            <a:ext cx="2181300" cy="3086100"/>
          </a:xfrm>
          <a:custGeom>
            <a:rect b="b" l="l" r="r" t="t"/>
            <a:pathLst>
              <a:path extrusionOk="0" h="120000" w="120000">
                <a:moveTo>
                  <a:pt x="0" y="0"/>
                </a:moveTo>
                <a:lnTo>
                  <a:pt x="120000" y="0"/>
                </a:lnTo>
                <a:lnTo>
                  <a:pt x="120000" y="120000"/>
                </a:lnTo>
                <a:lnTo>
                  <a:pt x="0" y="120000"/>
                </a:lnTo>
                <a:close/>
              </a:path>
            </a:pathLst>
          </a:custGeom>
        </p:spPr>
      </p:sp>
      <p:sp>
        <p:nvSpPr>
          <p:cNvPr id="48" name="Google Shape;48;g3b9457ddb4e_1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 name="Google Shape;49;g3b9457ddb4e_1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thout Guide">
  <p:cSld name="Without Guide">
    <p:spTree>
      <p:nvGrpSpPr>
        <p:cNvPr id="10" name="Shape 10"/>
        <p:cNvGrpSpPr/>
        <p:nvPr/>
      </p:nvGrpSpPr>
      <p:grpSpPr>
        <a:xfrm>
          <a:off x="0" y="0"/>
          <a:ext cx="0" cy="0"/>
          <a:chOff x="0" y="0"/>
          <a:chExt cx="0" cy="0"/>
        </a:xfrm>
      </p:grpSpPr>
      <p:sp>
        <p:nvSpPr>
          <p:cNvPr id="11" name="Google Shape;11;p2"/>
          <p:cNvSpPr txBox="1"/>
          <p:nvPr>
            <p:ph idx="1" type="body"/>
          </p:nvPr>
        </p:nvSpPr>
        <p:spPr>
          <a:xfrm>
            <a:off x="623691" y="8707618"/>
            <a:ext cx="14299153" cy="839925"/>
          </a:xfrm>
          <a:prstGeom prst="rect">
            <a:avLst/>
          </a:prstGeom>
          <a:noFill/>
          <a:ln>
            <a:noFill/>
          </a:ln>
        </p:spPr>
        <p:txBody>
          <a:bodyPr anchorCtr="0" anchor="t" bIns="223875" lIns="223875" spcFirstLastPara="1" rIns="223875" wrap="square" tIns="223875">
            <a:spAutoFit/>
          </a:bodyPr>
          <a:lstStyle>
            <a:lvl1pPr indent="-228600" lvl="0" marL="457200" marR="0" rtl="0" algn="just">
              <a:lnSpc>
                <a:spcPct val="90000"/>
              </a:lnSpc>
              <a:spcBef>
                <a:spcPts val="3311"/>
              </a:spcBef>
              <a:spcAft>
                <a:spcPts val="0"/>
              </a:spcAft>
              <a:buClr>
                <a:schemeClr val="accent5"/>
              </a:buClr>
              <a:buSzPts val="2800"/>
              <a:buFont typeface="Arial"/>
              <a:buNone/>
              <a:defRPr b="0" i="0" sz="2800" u="none" cap="none" strike="noStrike">
                <a:solidFill>
                  <a:schemeClr val="accent5"/>
                </a:solidFill>
                <a:latin typeface="Calibri"/>
                <a:ea typeface="Calibri"/>
                <a:cs typeface="Calibri"/>
                <a:sym typeface="Calibri"/>
              </a:defRPr>
            </a:lvl1pPr>
            <a:lvl2pPr indent="-387350" lvl="1" marL="914400" marR="0" rtl="0" algn="l">
              <a:lnSpc>
                <a:spcPct val="90000"/>
              </a:lnSpc>
              <a:spcBef>
                <a:spcPts val="1655"/>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lnSpc>
                <a:spcPct val="90000"/>
              </a:lnSpc>
              <a:spcBef>
                <a:spcPts val="1655"/>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lnSpc>
                <a:spcPct val="90000"/>
              </a:lnSpc>
              <a:spcBef>
                <a:spcPts val="1655"/>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lnSpc>
                <a:spcPct val="90000"/>
              </a:lnSpc>
              <a:spcBef>
                <a:spcPts val="1655"/>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607060" lvl="5" marL="27432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6pPr>
            <a:lvl7pPr indent="-607060" lvl="6" marL="32004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7pPr>
            <a:lvl8pPr indent="-607060" lvl="7" marL="36576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8pPr>
            <a:lvl9pPr indent="-607059" lvl="8" marL="41148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9pPr>
          </a:lstStyle>
          <a:p/>
        </p:txBody>
      </p:sp>
      <p:sp>
        <p:nvSpPr>
          <p:cNvPr id="12" name="Google Shape;12;p2"/>
          <p:cNvSpPr txBox="1"/>
          <p:nvPr>
            <p:ph idx="2" type="body"/>
          </p:nvPr>
        </p:nvSpPr>
        <p:spPr>
          <a:xfrm>
            <a:off x="634203" y="7951994"/>
            <a:ext cx="14287866" cy="790249"/>
          </a:xfrm>
          <a:prstGeom prst="rect">
            <a:avLst/>
          </a:prstGeom>
          <a:solidFill>
            <a:schemeClr val="accent1"/>
          </a:solidFill>
          <a:ln>
            <a:noFill/>
          </a:ln>
        </p:spPr>
        <p:txBody>
          <a:bodyPr anchorCtr="0" anchor="ctr" bIns="89550" lIns="89550" spcFirstLastPara="1" rIns="89550" wrap="square" tIns="89550">
            <a:spAutoFit/>
          </a:bodyPr>
          <a:lstStyle>
            <a:lvl1pPr indent="-228600" lvl="0" marL="457200" marR="0" rtl="0" algn="l">
              <a:lnSpc>
                <a:spcPct val="90000"/>
              </a:lnSpc>
              <a:spcBef>
                <a:spcPts val="3311"/>
              </a:spcBef>
              <a:spcAft>
                <a:spcPts val="0"/>
              </a:spcAft>
              <a:buClr>
                <a:schemeClr val="lt1"/>
              </a:buClr>
              <a:buSzPts val="4400"/>
              <a:buFont typeface="Arial"/>
              <a:buNone/>
              <a:defRPr b="1" i="0" sz="4400" u="none" cap="none" strike="noStrike">
                <a:solidFill>
                  <a:schemeClr val="lt1"/>
                </a:solidFill>
                <a:latin typeface="Calibri"/>
                <a:ea typeface="Calibri"/>
                <a:cs typeface="Calibri"/>
                <a:sym typeface="Calibri"/>
              </a:defRPr>
            </a:lvl1pPr>
            <a:lvl2pPr indent="-733171" lvl="1" marL="914400" marR="0" rtl="0" algn="l">
              <a:lnSpc>
                <a:spcPct val="90000"/>
              </a:lnSpc>
              <a:spcBef>
                <a:spcPts val="1655"/>
              </a:spcBef>
              <a:spcAft>
                <a:spcPts val="0"/>
              </a:spcAft>
              <a:buClr>
                <a:schemeClr val="dk1"/>
              </a:buClr>
              <a:buSzPts val="7946"/>
              <a:buFont typeface="Arial"/>
              <a:buChar char="•"/>
              <a:defRPr b="0" i="0" sz="7946" u="none" cap="none" strike="noStrike">
                <a:solidFill>
                  <a:schemeClr val="dk1"/>
                </a:solidFill>
                <a:latin typeface="Calibri"/>
                <a:ea typeface="Calibri"/>
                <a:cs typeface="Calibri"/>
                <a:sym typeface="Calibri"/>
              </a:defRPr>
            </a:lvl2pPr>
            <a:lvl3pPr indent="-649097" lvl="2" marL="1371600" marR="0" rtl="0" algn="l">
              <a:lnSpc>
                <a:spcPct val="90000"/>
              </a:lnSpc>
              <a:spcBef>
                <a:spcPts val="1655"/>
              </a:spcBef>
              <a:spcAft>
                <a:spcPts val="0"/>
              </a:spcAft>
              <a:buClr>
                <a:schemeClr val="dk1"/>
              </a:buClr>
              <a:buSzPts val="6622"/>
              <a:buFont typeface="Arial"/>
              <a:buChar char="•"/>
              <a:defRPr b="0" i="0" sz="6622" u="none" cap="none" strike="noStrike">
                <a:solidFill>
                  <a:schemeClr val="dk1"/>
                </a:solidFill>
                <a:latin typeface="Calibri"/>
                <a:ea typeface="Calibri"/>
                <a:cs typeface="Calibri"/>
                <a:sym typeface="Calibri"/>
              </a:defRPr>
            </a:lvl3pPr>
            <a:lvl4pPr indent="-607060" lvl="3" marL="18288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4pPr>
            <a:lvl5pPr indent="-607060" lvl="4" marL="22860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5pPr>
            <a:lvl6pPr indent="-607060" lvl="5" marL="27432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6pPr>
            <a:lvl7pPr indent="-607060" lvl="6" marL="32004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7pPr>
            <a:lvl8pPr indent="-607060" lvl="7" marL="36576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8pPr>
            <a:lvl9pPr indent="-607059" lvl="8" marL="41148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9pPr>
          </a:lstStyle>
          <a:p/>
        </p:txBody>
      </p:sp>
      <p:sp>
        <p:nvSpPr>
          <p:cNvPr id="13" name="Google Shape;13;p2"/>
          <p:cNvSpPr txBox="1"/>
          <p:nvPr>
            <p:ph idx="3" type="body"/>
          </p:nvPr>
        </p:nvSpPr>
        <p:spPr>
          <a:xfrm>
            <a:off x="636211" y="19607182"/>
            <a:ext cx="14291358" cy="790249"/>
          </a:xfrm>
          <a:prstGeom prst="rect">
            <a:avLst/>
          </a:prstGeom>
          <a:solidFill>
            <a:schemeClr val="accent1"/>
          </a:solidFill>
          <a:ln>
            <a:noFill/>
          </a:ln>
        </p:spPr>
        <p:txBody>
          <a:bodyPr anchorCtr="0" anchor="ctr" bIns="89550" lIns="89550" spcFirstLastPara="1" rIns="89550" wrap="square" tIns="89550">
            <a:spAutoFit/>
          </a:bodyPr>
          <a:lstStyle>
            <a:lvl1pPr indent="-228600" lvl="0" marL="457200" marR="0" rtl="0" algn="l">
              <a:lnSpc>
                <a:spcPct val="90000"/>
              </a:lnSpc>
              <a:spcBef>
                <a:spcPts val="3311"/>
              </a:spcBef>
              <a:spcAft>
                <a:spcPts val="0"/>
              </a:spcAft>
              <a:buClr>
                <a:schemeClr val="lt1"/>
              </a:buClr>
              <a:buSzPts val="4400"/>
              <a:buFont typeface="Arial"/>
              <a:buNone/>
              <a:defRPr b="1" i="0" sz="4400" u="none" cap="none" strike="noStrike">
                <a:solidFill>
                  <a:schemeClr val="lt1"/>
                </a:solidFill>
                <a:latin typeface="Calibri"/>
                <a:ea typeface="Calibri"/>
                <a:cs typeface="Calibri"/>
                <a:sym typeface="Calibri"/>
              </a:defRPr>
            </a:lvl1pPr>
            <a:lvl2pPr indent="-733171" lvl="1" marL="914400" marR="0" rtl="0" algn="l">
              <a:lnSpc>
                <a:spcPct val="90000"/>
              </a:lnSpc>
              <a:spcBef>
                <a:spcPts val="1655"/>
              </a:spcBef>
              <a:spcAft>
                <a:spcPts val="0"/>
              </a:spcAft>
              <a:buClr>
                <a:schemeClr val="dk1"/>
              </a:buClr>
              <a:buSzPts val="7946"/>
              <a:buFont typeface="Arial"/>
              <a:buChar char="•"/>
              <a:defRPr b="0" i="0" sz="7946" u="none" cap="none" strike="noStrike">
                <a:solidFill>
                  <a:schemeClr val="dk1"/>
                </a:solidFill>
                <a:latin typeface="Calibri"/>
                <a:ea typeface="Calibri"/>
                <a:cs typeface="Calibri"/>
                <a:sym typeface="Calibri"/>
              </a:defRPr>
            </a:lvl2pPr>
            <a:lvl3pPr indent="-649097" lvl="2" marL="1371600" marR="0" rtl="0" algn="l">
              <a:lnSpc>
                <a:spcPct val="90000"/>
              </a:lnSpc>
              <a:spcBef>
                <a:spcPts val="1655"/>
              </a:spcBef>
              <a:spcAft>
                <a:spcPts val="0"/>
              </a:spcAft>
              <a:buClr>
                <a:schemeClr val="dk1"/>
              </a:buClr>
              <a:buSzPts val="6622"/>
              <a:buFont typeface="Arial"/>
              <a:buChar char="•"/>
              <a:defRPr b="0" i="0" sz="6622" u="none" cap="none" strike="noStrike">
                <a:solidFill>
                  <a:schemeClr val="dk1"/>
                </a:solidFill>
                <a:latin typeface="Calibri"/>
                <a:ea typeface="Calibri"/>
                <a:cs typeface="Calibri"/>
                <a:sym typeface="Calibri"/>
              </a:defRPr>
            </a:lvl3pPr>
            <a:lvl4pPr indent="-607060" lvl="3" marL="18288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4pPr>
            <a:lvl5pPr indent="-607060" lvl="4" marL="22860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5pPr>
            <a:lvl6pPr indent="-607060" lvl="5" marL="27432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6pPr>
            <a:lvl7pPr indent="-607060" lvl="6" marL="32004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7pPr>
            <a:lvl8pPr indent="-607060" lvl="7" marL="36576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8pPr>
            <a:lvl9pPr indent="-607059" lvl="8" marL="41148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9pPr>
          </a:lstStyle>
          <a:p/>
        </p:txBody>
      </p:sp>
      <p:sp>
        <p:nvSpPr>
          <p:cNvPr id="14" name="Google Shape;14;p2"/>
          <p:cNvSpPr txBox="1"/>
          <p:nvPr>
            <p:ph idx="4" type="body"/>
          </p:nvPr>
        </p:nvSpPr>
        <p:spPr>
          <a:xfrm>
            <a:off x="15353328" y="7973700"/>
            <a:ext cx="14287682" cy="790249"/>
          </a:xfrm>
          <a:prstGeom prst="rect">
            <a:avLst/>
          </a:prstGeom>
          <a:solidFill>
            <a:schemeClr val="accent1"/>
          </a:solidFill>
          <a:ln>
            <a:noFill/>
          </a:ln>
        </p:spPr>
        <p:txBody>
          <a:bodyPr anchorCtr="0" anchor="ctr" bIns="89550" lIns="89550" spcFirstLastPara="1" rIns="89550" wrap="square" tIns="89550">
            <a:spAutoFit/>
          </a:bodyPr>
          <a:lstStyle>
            <a:lvl1pPr indent="-228600" lvl="0" marL="457200" marR="0" rtl="0" algn="l">
              <a:lnSpc>
                <a:spcPct val="90000"/>
              </a:lnSpc>
              <a:spcBef>
                <a:spcPts val="3311"/>
              </a:spcBef>
              <a:spcAft>
                <a:spcPts val="0"/>
              </a:spcAft>
              <a:buClr>
                <a:schemeClr val="lt1"/>
              </a:buClr>
              <a:buSzPts val="4400"/>
              <a:buFont typeface="Arial"/>
              <a:buNone/>
              <a:defRPr b="1" i="0" sz="4400" u="none" cap="none" strike="noStrike">
                <a:solidFill>
                  <a:schemeClr val="lt1"/>
                </a:solidFill>
                <a:latin typeface="Calibri"/>
                <a:ea typeface="Calibri"/>
                <a:cs typeface="Calibri"/>
                <a:sym typeface="Calibri"/>
              </a:defRPr>
            </a:lvl1pPr>
            <a:lvl2pPr indent="-733171" lvl="1" marL="914400" marR="0" rtl="0" algn="l">
              <a:lnSpc>
                <a:spcPct val="90000"/>
              </a:lnSpc>
              <a:spcBef>
                <a:spcPts val="1655"/>
              </a:spcBef>
              <a:spcAft>
                <a:spcPts val="0"/>
              </a:spcAft>
              <a:buClr>
                <a:schemeClr val="dk1"/>
              </a:buClr>
              <a:buSzPts val="7946"/>
              <a:buFont typeface="Arial"/>
              <a:buChar char="•"/>
              <a:defRPr b="0" i="0" sz="7946" u="none" cap="none" strike="noStrike">
                <a:solidFill>
                  <a:schemeClr val="dk1"/>
                </a:solidFill>
                <a:latin typeface="Calibri"/>
                <a:ea typeface="Calibri"/>
                <a:cs typeface="Calibri"/>
                <a:sym typeface="Calibri"/>
              </a:defRPr>
            </a:lvl2pPr>
            <a:lvl3pPr indent="-649097" lvl="2" marL="1371600" marR="0" rtl="0" algn="l">
              <a:lnSpc>
                <a:spcPct val="90000"/>
              </a:lnSpc>
              <a:spcBef>
                <a:spcPts val="1655"/>
              </a:spcBef>
              <a:spcAft>
                <a:spcPts val="0"/>
              </a:spcAft>
              <a:buClr>
                <a:schemeClr val="dk1"/>
              </a:buClr>
              <a:buSzPts val="6622"/>
              <a:buFont typeface="Arial"/>
              <a:buChar char="•"/>
              <a:defRPr b="0" i="0" sz="6622" u="none" cap="none" strike="noStrike">
                <a:solidFill>
                  <a:schemeClr val="dk1"/>
                </a:solidFill>
                <a:latin typeface="Calibri"/>
                <a:ea typeface="Calibri"/>
                <a:cs typeface="Calibri"/>
                <a:sym typeface="Calibri"/>
              </a:defRPr>
            </a:lvl3pPr>
            <a:lvl4pPr indent="-607060" lvl="3" marL="18288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4pPr>
            <a:lvl5pPr indent="-607060" lvl="4" marL="22860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5pPr>
            <a:lvl6pPr indent="-607060" lvl="5" marL="27432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6pPr>
            <a:lvl7pPr indent="-607060" lvl="6" marL="32004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7pPr>
            <a:lvl8pPr indent="-607060" lvl="7" marL="36576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8pPr>
            <a:lvl9pPr indent="-607059" lvl="8" marL="41148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9pPr>
          </a:lstStyle>
          <a:p/>
        </p:txBody>
      </p:sp>
      <p:sp>
        <p:nvSpPr>
          <p:cNvPr id="15" name="Google Shape;15;p2"/>
          <p:cNvSpPr txBox="1"/>
          <p:nvPr>
            <p:ph idx="5" type="body"/>
          </p:nvPr>
        </p:nvSpPr>
        <p:spPr>
          <a:xfrm>
            <a:off x="15353328" y="8707618"/>
            <a:ext cx="14287682" cy="839925"/>
          </a:xfrm>
          <a:prstGeom prst="rect">
            <a:avLst/>
          </a:prstGeom>
          <a:noFill/>
          <a:ln>
            <a:noFill/>
          </a:ln>
        </p:spPr>
        <p:txBody>
          <a:bodyPr anchorCtr="0" anchor="t" bIns="223875" lIns="223875" spcFirstLastPara="1" rIns="223875" wrap="square" tIns="223875">
            <a:spAutoFit/>
          </a:bodyPr>
          <a:lstStyle>
            <a:lvl1pPr indent="-228600" lvl="0" marL="457200" marR="0" rtl="0" algn="just">
              <a:lnSpc>
                <a:spcPct val="90000"/>
              </a:lnSpc>
              <a:spcBef>
                <a:spcPts val="3311"/>
              </a:spcBef>
              <a:spcAft>
                <a:spcPts val="0"/>
              </a:spcAft>
              <a:buClr>
                <a:schemeClr val="accent5"/>
              </a:buClr>
              <a:buSzPts val="2800"/>
              <a:buFont typeface="Arial"/>
              <a:buNone/>
              <a:defRPr b="0" i="0" sz="2800" u="none" cap="none" strike="noStrike">
                <a:solidFill>
                  <a:schemeClr val="accent5"/>
                </a:solidFill>
                <a:latin typeface="Calibri"/>
                <a:ea typeface="Calibri"/>
                <a:cs typeface="Calibri"/>
                <a:sym typeface="Calibri"/>
              </a:defRPr>
            </a:lvl1pPr>
            <a:lvl2pPr indent="-387350" lvl="1" marL="914400" marR="0" rtl="0" algn="l">
              <a:lnSpc>
                <a:spcPct val="90000"/>
              </a:lnSpc>
              <a:spcBef>
                <a:spcPts val="1655"/>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lnSpc>
                <a:spcPct val="90000"/>
              </a:lnSpc>
              <a:spcBef>
                <a:spcPts val="1655"/>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lnSpc>
                <a:spcPct val="90000"/>
              </a:lnSpc>
              <a:spcBef>
                <a:spcPts val="1655"/>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lnSpc>
                <a:spcPct val="90000"/>
              </a:lnSpc>
              <a:spcBef>
                <a:spcPts val="1655"/>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607060" lvl="5" marL="27432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6pPr>
            <a:lvl7pPr indent="-607060" lvl="6" marL="32004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7pPr>
            <a:lvl8pPr indent="-607060" lvl="7" marL="36576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8pPr>
            <a:lvl9pPr indent="-607059" lvl="8" marL="41148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9pPr>
          </a:lstStyle>
          <a:p/>
        </p:txBody>
      </p:sp>
      <p:sp>
        <p:nvSpPr>
          <p:cNvPr id="16" name="Google Shape;16;p2"/>
          <p:cNvSpPr txBox="1"/>
          <p:nvPr>
            <p:ph idx="6" type="body"/>
          </p:nvPr>
        </p:nvSpPr>
        <p:spPr>
          <a:xfrm>
            <a:off x="15353329" y="19629759"/>
            <a:ext cx="14283756" cy="790249"/>
          </a:xfrm>
          <a:prstGeom prst="rect">
            <a:avLst/>
          </a:prstGeom>
          <a:solidFill>
            <a:schemeClr val="accent1"/>
          </a:solidFill>
          <a:ln>
            <a:noFill/>
          </a:ln>
        </p:spPr>
        <p:txBody>
          <a:bodyPr anchorCtr="0" anchor="ctr" bIns="89550" lIns="89550" spcFirstLastPara="1" rIns="89550" wrap="square" tIns="89550">
            <a:spAutoFit/>
          </a:bodyPr>
          <a:lstStyle>
            <a:lvl1pPr indent="-228600" lvl="0" marL="457200" marR="0" rtl="0" algn="l">
              <a:lnSpc>
                <a:spcPct val="90000"/>
              </a:lnSpc>
              <a:spcBef>
                <a:spcPts val="3311"/>
              </a:spcBef>
              <a:spcAft>
                <a:spcPts val="0"/>
              </a:spcAft>
              <a:buClr>
                <a:schemeClr val="lt1"/>
              </a:buClr>
              <a:buSzPts val="4400"/>
              <a:buFont typeface="Arial"/>
              <a:buNone/>
              <a:defRPr b="1" i="0" sz="4400" u="none" cap="none" strike="noStrike">
                <a:solidFill>
                  <a:schemeClr val="lt1"/>
                </a:solidFill>
                <a:latin typeface="Calibri"/>
                <a:ea typeface="Calibri"/>
                <a:cs typeface="Calibri"/>
                <a:sym typeface="Calibri"/>
              </a:defRPr>
            </a:lvl1pPr>
            <a:lvl2pPr indent="-733171" lvl="1" marL="914400" marR="0" rtl="0" algn="l">
              <a:lnSpc>
                <a:spcPct val="90000"/>
              </a:lnSpc>
              <a:spcBef>
                <a:spcPts val="1655"/>
              </a:spcBef>
              <a:spcAft>
                <a:spcPts val="0"/>
              </a:spcAft>
              <a:buClr>
                <a:schemeClr val="dk1"/>
              </a:buClr>
              <a:buSzPts val="7946"/>
              <a:buFont typeface="Arial"/>
              <a:buChar char="•"/>
              <a:defRPr b="0" i="0" sz="7946" u="none" cap="none" strike="noStrike">
                <a:solidFill>
                  <a:schemeClr val="dk1"/>
                </a:solidFill>
                <a:latin typeface="Calibri"/>
                <a:ea typeface="Calibri"/>
                <a:cs typeface="Calibri"/>
                <a:sym typeface="Calibri"/>
              </a:defRPr>
            </a:lvl2pPr>
            <a:lvl3pPr indent="-649097" lvl="2" marL="1371600" marR="0" rtl="0" algn="l">
              <a:lnSpc>
                <a:spcPct val="90000"/>
              </a:lnSpc>
              <a:spcBef>
                <a:spcPts val="1655"/>
              </a:spcBef>
              <a:spcAft>
                <a:spcPts val="0"/>
              </a:spcAft>
              <a:buClr>
                <a:schemeClr val="dk1"/>
              </a:buClr>
              <a:buSzPts val="6622"/>
              <a:buFont typeface="Arial"/>
              <a:buChar char="•"/>
              <a:defRPr b="0" i="0" sz="6622" u="none" cap="none" strike="noStrike">
                <a:solidFill>
                  <a:schemeClr val="dk1"/>
                </a:solidFill>
                <a:latin typeface="Calibri"/>
                <a:ea typeface="Calibri"/>
                <a:cs typeface="Calibri"/>
                <a:sym typeface="Calibri"/>
              </a:defRPr>
            </a:lvl3pPr>
            <a:lvl4pPr indent="-607060" lvl="3" marL="18288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4pPr>
            <a:lvl5pPr indent="-607060" lvl="4" marL="22860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5pPr>
            <a:lvl6pPr indent="-607060" lvl="5" marL="27432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6pPr>
            <a:lvl7pPr indent="-607060" lvl="6" marL="32004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7pPr>
            <a:lvl8pPr indent="-607060" lvl="7" marL="36576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8pPr>
            <a:lvl9pPr indent="-607059" lvl="8" marL="41148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9pPr>
          </a:lstStyle>
          <a:p/>
        </p:txBody>
      </p:sp>
      <p:sp>
        <p:nvSpPr>
          <p:cNvPr id="17" name="Google Shape;17;p2"/>
          <p:cNvSpPr txBox="1"/>
          <p:nvPr>
            <p:ph idx="7" type="body"/>
          </p:nvPr>
        </p:nvSpPr>
        <p:spPr>
          <a:xfrm>
            <a:off x="15347853" y="20418034"/>
            <a:ext cx="14289232" cy="839925"/>
          </a:xfrm>
          <a:prstGeom prst="rect">
            <a:avLst/>
          </a:prstGeom>
          <a:noFill/>
          <a:ln>
            <a:noFill/>
          </a:ln>
        </p:spPr>
        <p:txBody>
          <a:bodyPr anchorCtr="0" anchor="t" bIns="223875" lIns="223875" spcFirstLastPara="1" rIns="223875" wrap="square" tIns="223875">
            <a:spAutoFit/>
          </a:bodyPr>
          <a:lstStyle>
            <a:lvl1pPr indent="-228600" lvl="0" marL="457200" marR="0" rtl="0" algn="just">
              <a:lnSpc>
                <a:spcPct val="90000"/>
              </a:lnSpc>
              <a:spcBef>
                <a:spcPts val="3311"/>
              </a:spcBef>
              <a:spcAft>
                <a:spcPts val="0"/>
              </a:spcAft>
              <a:buClr>
                <a:schemeClr val="accent5"/>
              </a:buClr>
              <a:buSzPts val="2800"/>
              <a:buFont typeface="Arial"/>
              <a:buNone/>
              <a:defRPr b="0" i="0" sz="2800" u="none" cap="none" strike="noStrike">
                <a:solidFill>
                  <a:schemeClr val="accent5"/>
                </a:solidFill>
                <a:latin typeface="Calibri"/>
                <a:ea typeface="Calibri"/>
                <a:cs typeface="Calibri"/>
                <a:sym typeface="Calibri"/>
              </a:defRPr>
            </a:lvl1pPr>
            <a:lvl2pPr indent="-387350" lvl="1" marL="914400" marR="0" rtl="0" algn="l">
              <a:lnSpc>
                <a:spcPct val="90000"/>
              </a:lnSpc>
              <a:spcBef>
                <a:spcPts val="1655"/>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lnSpc>
                <a:spcPct val="90000"/>
              </a:lnSpc>
              <a:spcBef>
                <a:spcPts val="1655"/>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lnSpc>
                <a:spcPct val="90000"/>
              </a:lnSpc>
              <a:spcBef>
                <a:spcPts val="1655"/>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lnSpc>
                <a:spcPct val="90000"/>
              </a:lnSpc>
              <a:spcBef>
                <a:spcPts val="1655"/>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607060" lvl="5" marL="27432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6pPr>
            <a:lvl7pPr indent="-607060" lvl="6" marL="32004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7pPr>
            <a:lvl8pPr indent="-607060" lvl="7" marL="36576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8pPr>
            <a:lvl9pPr indent="-607059" lvl="8" marL="41148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9pPr>
          </a:lstStyle>
          <a:p/>
        </p:txBody>
      </p:sp>
      <p:sp>
        <p:nvSpPr>
          <p:cNvPr id="18" name="Google Shape;18;p2"/>
          <p:cNvSpPr txBox="1"/>
          <p:nvPr>
            <p:ph idx="8" type="body"/>
          </p:nvPr>
        </p:nvSpPr>
        <p:spPr>
          <a:xfrm>
            <a:off x="15364404" y="34517565"/>
            <a:ext cx="14276605" cy="790249"/>
          </a:xfrm>
          <a:prstGeom prst="rect">
            <a:avLst/>
          </a:prstGeom>
          <a:solidFill>
            <a:schemeClr val="accent1"/>
          </a:solidFill>
          <a:ln>
            <a:noFill/>
          </a:ln>
        </p:spPr>
        <p:txBody>
          <a:bodyPr anchorCtr="0" anchor="ctr" bIns="89550" lIns="89550" spcFirstLastPara="1" rIns="89550" wrap="square" tIns="89550">
            <a:spAutoFit/>
          </a:bodyPr>
          <a:lstStyle>
            <a:lvl1pPr indent="-228600" lvl="0" marL="457200" marR="0" rtl="0" algn="l">
              <a:lnSpc>
                <a:spcPct val="90000"/>
              </a:lnSpc>
              <a:spcBef>
                <a:spcPts val="3311"/>
              </a:spcBef>
              <a:spcAft>
                <a:spcPts val="0"/>
              </a:spcAft>
              <a:buClr>
                <a:schemeClr val="lt1"/>
              </a:buClr>
              <a:buSzPts val="4400"/>
              <a:buFont typeface="Arial"/>
              <a:buNone/>
              <a:defRPr b="1" i="0" sz="4400" u="none" cap="none" strike="noStrike">
                <a:solidFill>
                  <a:schemeClr val="lt1"/>
                </a:solidFill>
                <a:latin typeface="Calibri"/>
                <a:ea typeface="Calibri"/>
                <a:cs typeface="Calibri"/>
                <a:sym typeface="Calibri"/>
              </a:defRPr>
            </a:lvl1pPr>
            <a:lvl2pPr indent="-733171" lvl="1" marL="914400" marR="0" rtl="0" algn="l">
              <a:lnSpc>
                <a:spcPct val="90000"/>
              </a:lnSpc>
              <a:spcBef>
                <a:spcPts val="1655"/>
              </a:spcBef>
              <a:spcAft>
                <a:spcPts val="0"/>
              </a:spcAft>
              <a:buClr>
                <a:schemeClr val="dk1"/>
              </a:buClr>
              <a:buSzPts val="7946"/>
              <a:buFont typeface="Arial"/>
              <a:buChar char="•"/>
              <a:defRPr b="0" i="0" sz="7946" u="none" cap="none" strike="noStrike">
                <a:solidFill>
                  <a:schemeClr val="dk1"/>
                </a:solidFill>
                <a:latin typeface="Calibri"/>
                <a:ea typeface="Calibri"/>
                <a:cs typeface="Calibri"/>
                <a:sym typeface="Calibri"/>
              </a:defRPr>
            </a:lvl2pPr>
            <a:lvl3pPr indent="-649097" lvl="2" marL="1371600" marR="0" rtl="0" algn="l">
              <a:lnSpc>
                <a:spcPct val="90000"/>
              </a:lnSpc>
              <a:spcBef>
                <a:spcPts val="1655"/>
              </a:spcBef>
              <a:spcAft>
                <a:spcPts val="0"/>
              </a:spcAft>
              <a:buClr>
                <a:schemeClr val="dk1"/>
              </a:buClr>
              <a:buSzPts val="6622"/>
              <a:buFont typeface="Arial"/>
              <a:buChar char="•"/>
              <a:defRPr b="0" i="0" sz="6622" u="none" cap="none" strike="noStrike">
                <a:solidFill>
                  <a:schemeClr val="dk1"/>
                </a:solidFill>
                <a:latin typeface="Calibri"/>
                <a:ea typeface="Calibri"/>
                <a:cs typeface="Calibri"/>
                <a:sym typeface="Calibri"/>
              </a:defRPr>
            </a:lvl3pPr>
            <a:lvl4pPr indent="-607060" lvl="3" marL="18288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4pPr>
            <a:lvl5pPr indent="-607060" lvl="4" marL="22860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5pPr>
            <a:lvl6pPr indent="-607060" lvl="5" marL="27432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6pPr>
            <a:lvl7pPr indent="-607060" lvl="6" marL="32004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7pPr>
            <a:lvl8pPr indent="-607060" lvl="7" marL="36576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8pPr>
            <a:lvl9pPr indent="-607059" lvl="8" marL="41148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9pPr>
          </a:lstStyle>
          <a:p/>
        </p:txBody>
      </p:sp>
      <p:sp>
        <p:nvSpPr>
          <p:cNvPr id="19" name="Google Shape;19;p2"/>
          <p:cNvSpPr txBox="1"/>
          <p:nvPr>
            <p:ph idx="9" type="body"/>
          </p:nvPr>
        </p:nvSpPr>
        <p:spPr>
          <a:xfrm>
            <a:off x="15353329" y="35325840"/>
            <a:ext cx="14283756" cy="839925"/>
          </a:xfrm>
          <a:prstGeom prst="rect">
            <a:avLst/>
          </a:prstGeom>
          <a:noFill/>
          <a:ln>
            <a:noFill/>
          </a:ln>
        </p:spPr>
        <p:txBody>
          <a:bodyPr anchorCtr="0" anchor="t" bIns="223875" lIns="223875" spcFirstLastPara="1" rIns="223875" wrap="square" tIns="223875">
            <a:spAutoFit/>
          </a:bodyPr>
          <a:lstStyle>
            <a:lvl1pPr indent="-228600" lvl="0" marL="457200" marR="0" rtl="0" algn="just">
              <a:lnSpc>
                <a:spcPct val="90000"/>
              </a:lnSpc>
              <a:spcBef>
                <a:spcPts val="3311"/>
              </a:spcBef>
              <a:spcAft>
                <a:spcPts val="0"/>
              </a:spcAft>
              <a:buClr>
                <a:schemeClr val="accent5"/>
              </a:buClr>
              <a:buSzPts val="2800"/>
              <a:buFont typeface="Arial"/>
              <a:buNone/>
              <a:defRPr b="0" i="0" sz="2800" u="none" cap="none" strike="noStrike">
                <a:solidFill>
                  <a:schemeClr val="accent5"/>
                </a:solidFill>
                <a:latin typeface="Calibri"/>
                <a:ea typeface="Calibri"/>
                <a:cs typeface="Calibri"/>
                <a:sym typeface="Calibri"/>
              </a:defRPr>
            </a:lvl1pPr>
            <a:lvl2pPr indent="-387350" lvl="1" marL="914400" marR="0" rtl="0" algn="l">
              <a:lnSpc>
                <a:spcPct val="90000"/>
              </a:lnSpc>
              <a:spcBef>
                <a:spcPts val="1655"/>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lnSpc>
                <a:spcPct val="90000"/>
              </a:lnSpc>
              <a:spcBef>
                <a:spcPts val="1655"/>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lnSpc>
                <a:spcPct val="90000"/>
              </a:lnSpc>
              <a:spcBef>
                <a:spcPts val="1655"/>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lnSpc>
                <a:spcPct val="90000"/>
              </a:lnSpc>
              <a:spcBef>
                <a:spcPts val="1655"/>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607060" lvl="5" marL="27432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6pPr>
            <a:lvl7pPr indent="-607060" lvl="6" marL="32004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7pPr>
            <a:lvl8pPr indent="-607060" lvl="7" marL="36576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8pPr>
            <a:lvl9pPr indent="-607059" lvl="8" marL="41148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9pPr>
          </a:lstStyle>
          <a:p/>
        </p:txBody>
      </p:sp>
      <p:sp>
        <p:nvSpPr>
          <p:cNvPr id="20" name="Google Shape;20;p2"/>
          <p:cNvSpPr txBox="1"/>
          <p:nvPr>
            <p:ph idx="13" type="body"/>
          </p:nvPr>
        </p:nvSpPr>
        <p:spPr>
          <a:xfrm>
            <a:off x="623691" y="20397318"/>
            <a:ext cx="14300387" cy="839925"/>
          </a:xfrm>
          <a:prstGeom prst="rect">
            <a:avLst/>
          </a:prstGeom>
          <a:noFill/>
          <a:ln>
            <a:noFill/>
          </a:ln>
        </p:spPr>
        <p:txBody>
          <a:bodyPr anchorCtr="0" anchor="t" bIns="223875" lIns="223875" spcFirstLastPara="1" rIns="223875" wrap="square" tIns="223875">
            <a:spAutoFit/>
          </a:bodyPr>
          <a:lstStyle>
            <a:lvl1pPr indent="-228600" lvl="0" marL="457200" marR="0" rtl="0" algn="just">
              <a:lnSpc>
                <a:spcPct val="90000"/>
              </a:lnSpc>
              <a:spcBef>
                <a:spcPts val="3311"/>
              </a:spcBef>
              <a:spcAft>
                <a:spcPts val="0"/>
              </a:spcAft>
              <a:buClr>
                <a:schemeClr val="accent5"/>
              </a:buClr>
              <a:buSzPts val="2800"/>
              <a:buFont typeface="Arial"/>
              <a:buNone/>
              <a:defRPr b="0" i="0" sz="2800" u="none" cap="none" strike="noStrike">
                <a:solidFill>
                  <a:schemeClr val="accent5"/>
                </a:solidFill>
                <a:latin typeface="Calibri"/>
                <a:ea typeface="Calibri"/>
                <a:cs typeface="Calibri"/>
                <a:sym typeface="Calibri"/>
              </a:defRPr>
            </a:lvl1pPr>
            <a:lvl2pPr indent="-387350" lvl="1" marL="914400" marR="0" rtl="0" algn="l">
              <a:lnSpc>
                <a:spcPct val="90000"/>
              </a:lnSpc>
              <a:spcBef>
                <a:spcPts val="1655"/>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2pPr>
            <a:lvl3pPr indent="-387350" lvl="2" marL="1371600" marR="0" rtl="0" algn="l">
              <a:lnSpc>
                <a:spcPct val="90000"/>
              </a:lnSpc>
              <a:spcBef>
                <a:spcPts val="1655"/>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3pPr>
            <a:lvl4pPr indent="-387350" lvl="3" marL="1828800" marR="0" rtl="0" algn="l">
              <a:lnSpc>
                <a:spcPct val="90000"/>
              </a:lnSpc>
              <a:spcBef>
                <a:spcPts val="1655"/>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4pPr>
            <a:lvl5pPr indent="-387350" lvl="4" marL="2286000" marR="0" rtl="0" algn="l">
              <a:lnSpc>
                <a:spcPct val="90000"/>
              </a:lnSpc>
              <a:spcBef>
                <a:spcPts val="1655"/>
              </a:spcBef>
              <a:spcAft>
                <a:spcPts val="0"/>
              </a:spcAft>
              <a:buClr>
                <a:schemeClr val="dk1"/>
              </a:buClr>
              <a:buSzPts val="2500"/>
              <a:buFont typeface="Arial"/>
              <a:buChar char="•"/>
              <a:defRPr b="0" i="0" sz="2500" u="none" cap="none" strike="noStrike">
                <a:solidFill>
                  <a:schemeClr val="dk1"/>
                </a:solidFill>
                <a:latin typeface="Trebuchet MS"/>
                <a:ea typeface="Trebuchet MS"/>
                <a:cs typeface="Trebuchet MS"/>
                <a:sym typeface="Trebuchet MS"/>
              </a:defRPr>
            </a:lvl5pPr>
            <a:lvl6pPr indent="-607060" lvl="5" marL="27432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6pPr>
            <a:lvl7pPr indent="-607060" lvl="6" marL="32004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7pPr>
            <a:lvl8pPr indent="-607060" lvl="7" marL="36576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8pPr>
            <a:lvl9pPr indent="-607059" lvl="8" marL="41148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9pPr>
          </a:lstStyle>
          <a:p/>
        </p:txBody>
      </p:sp>
      <p:sp>
        <p:nvSpPr>
          <p:cNvPr id="21" name="Google Shape;21;p2"/>
          <p:cNvSpPr txBox="1"/>
          <p:nvPr>
            <p:ph idx="14" type="body"/>
          </p:nvPr>
        </p:nvSpPr>
        <p:spPr>
          <a:xfrm>
            <a:off x="4090898" y="5097163"/>
            <a:ext cx="22093415" cy="1087559"/>
          </a:xfrm>
          <a:prstGeom prst="rect">
            <a:avLst/>
          </a:prstGeom>
          <a:noFill/>
          <a:ln>
            <a:noFill/>
          </a:ln>
        </p:spPr>
        <p:txBody>
          <a:bodyPr anchorCtr="0" anchor="ctr" bIns="38675" lIns="77325" spcFirstLastPara="1" rIns="77325" wrap="square" tIns="38675">
            <a:normAutofit/>
          </a:bodyPr>
          <a:lstStyle>
            <a:lvl1pPr indent="-228600" lvl="0" marL="457200" marR="0" rtl="0" algn="ctr">
              <a:lnSpc>
                <a:spcPct val="90000"/>
              </a:lnSpc>
              <a:spcBef>
                <a:spcPts val="3311"/>
              </a:spcBef>
              <a:spcAft>
                <a:spcPts val="0"/>
              </a:spcAft>
              <a:buClr>
                <a:schemeClr val="accent5"/>
              </a:buClr>
              <a:buSzPts val="5400"/>
              <a:buFont typeface="Arial"/>
              <a:buNone/>
              <a:defRPr b="0" i="0" sz="5400" u="none" cap="none" strike="noStrike">
                <a:solidFill>
                  <a:schemeClr val="accent5"/>
                </a:solidFill>
                <a:latin typeface="Calibri"/>
                <a:ea typeface="Calibri"/>
                <a:cs typeface="Calibri"/>
                <a:sym typeface="Calibri"/>
              </a:defRPr>
            </a:lvl1pPr>
            <a:lvl2pPr indent="-228600" lvl="1" marL="914400" marR="0" rtl="0" algn="l">
              <a:lnSpc>
                <a:spcPct val="90000"/>
              </a:lnSpc>
              <a:spcBef>
                <a:spcPts val="1655"/>
              </a:spcBef>
              <a:spcAft>
                <a:spcPts val="0"/>
              </a:spcAft>
              <a:buClr>
                <a:schemeClr val="dk1"/>
              </a:buClr>
              <a:buSzPts val="6100"/>
              <a:buFont typeface="Arial"/>
              <a:buNone/>
              <a:defRPr b="0" i="0" sz="6100" u="none" cap="none" strike="noStrike">
                <a:solidFill>
                  <a:schemeClr val="dk1"/>
                </a:solidFill>
                <a:latin typeface="Calibri"/>
                <a:ea typeface="Calibri"/>
                <a:cs typeface="Calibri"/>
                <a:sym typeface="Calibri"/>
              </a:defRPr>
            </a:lvl2pPr>
            <a:lvl3pPr indent="-228600" lvl="2" marL="1371600" marR="0" rtl="0" algn="l">
              <a:lnSpc>
                <a:spcPct val="90000"/>
              </a:lnSpc>
              <a:spcBef>
                <a:spcPts val="1655"/>
              </a:spcBef>
              <a:spcAft>
                <a:spcPts val="0"/>
              </a:spcAft>
              <a:buClr>
                <a:schemeClr val="dk1"/>
              </a:buClr>
              <a:buSzPts val="6100"/>
              <a:buFont typeface="Arial"/>
              <a:buNone/>
              <a:defRPr b="0" i="0" sz="6100" u="none" cap="none" strike="noStrike">
                <a:solidFill>
                  <a:schemeClr val="dk1"/>
                </a:solidFill>
                <a:latin typeface="Calibri"/>
                <a:ea typeface="Calibri"/>
                <a:cs typeface="Calibri"/>
                <a:sym typeface="Calibri"/>
              </a:defRPr>
            </a:lvl3pPr>
            <a:lvl4pPr indent="-228600" lvl="3" marL="1828800" marR="0" rtl="0" algn="l">
              <a:lnSpc>
                <a:spcPct val="90000"/>
              </a:lnSpc>
              <a:spcBef>
                <a:spcPts val="1655"/>
              </a:spcBef>
              <a:spcAft>
                <a:spcPts val="0"/>
              </a:spcAft>
              <a:buClr>
                <a:schemeClr val="dk1"/>
              </a:buClr>
              <a:buSzPts val="6100"/>
              <a:buFont typeface="Arial"/>
              <a:buNone/>
              <a:defRPr b="0" i="0" sz="6100" u="none" cap="none" strike="noStrike">
                <a:solidFill>
                  <a:schemeClr val="dk1"/>
                </a:solidFill>
                <a:latin typeface="Calibri"/>
                <a:ea typeface="Calibri"/>
                <a:cs typeface="Calibri"/>
                <a:sym typeface="Calibri"/>
              </a:defRPr>
            </a:lvl4pPr>
            <a:lvl5pPr indent="-228600" lvl="4" marL="2286000" marR="0" rtl="0" algn="l">
              <a:lnSpc>
                <a:spcPct val="90000"/>
              </a:lnSpc>
              <a:spcBef>
                <a:spcPts val="1655"/>
              </a:spcBef>
              <a:spcAft>
                <a:spcPts val="0"/>
              </a:spcAft>
              <a:buClr>
                <a:schemeClr val="dk1"/>
              </a:buClr>
              <a:buSzPts val="6100"/>
              <a:buFont typeface="Arial"/>
              <a:buNone/>
              <a:defRPr b="0" i="0" sz="6100" u="none" cap="none" strike="noStrike">
                <a:solidFill>
                  <a:schemeClr val="dk1"/>
                </a:solidFill>
                <a:latin typeface="Calibri"/>
                <a:ea typeface="Calibri"/>
                <a:cs typeface="Calibri"/>
                <a:sym typeface="Calibri"/>
              </a:defRPr>
            </a:lvl5pPr>
            <a:lvl6pPr indent="-607060" lvl="5" marL="27432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6pPr>
            <a:lvl7pPr indent="-607060" lvl="6" marL="32004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7pPr>
            <a:lvl8pPr indent="-607060" lvl="7" marL="36576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8pPr>
            <a:lvl9pPr indent="-607059" lvl="8" marL="41148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9pPr>
          </a:lstStyle>
          <a:p/>
        </p:txBody>
      </p:sp>
      <p:sp>
        <p:nvSpPr>
          <p:cNvPr id="22" name="Google Shape;22;p2"/>
          <p:cNvSpPr txBox="1"/>
          <p:nvPr>
            <p:ph idx="15" type="body"/>
          </p:nvPr>
        </p:nvSpPr>
        <p:spPr>
          <a:xfrm>
            <a:off x="4090898" y="3623165"/>
            <a:ext cx="22093415" cy="1262156"/>
          </a:xfrm>
          <a:prstGeom prst="rect">
            <a:avLst/>
          </a:prstGeom>
          <a:noFill/>
          <a:ln>
            <a:noFill/>
          </a:ln>
        </p:spPr>
        <p:txBody>
          <a:bodyPr anchorCtr="1" anchor="ctr" bIns="38675" lIns="77325" spcFirstLastPara="1" rIns="77325" wrap="square" tIns="38675">
            <a:noAutofit/>
          </a:bodyPr>
          <a:lstStyle>
            <a:lvl1pPr indent="-228600" lvl="0" marL="457200" marR="0" rtl="0" algn="ctr">
              <a:lnSpc>
                <a:spcPct val="90000"/>
              </a:lnSpc>
              <a:spcBef>
                <a:spcPts val="3311"/>
              </a:spcBef>
              <a:spcAft>
                <a:spcPts val="0"/>
              </a:spcAft>
              <a:buClr>
                <a:schemeClr val="accent5"/>
              </a:buClr>
              <a:buSzPts val="5400"/>
              <a:buFont typeface="Arial"/>
              <a:buNone/>
              <a:defRPr b="0" i="0" sz="5400" u="none" cap="none" strike="noStrike">
                <a:solidFill>
                  <a:schemeClr val="accent5"/>
                </a:solidFill>
                <a:latin typeface="Calibri"/>
                <a:ea typeface="Calibri"/>
                <a:cs typeface="Calibri"/>
                <a:sym typeface="Calibri"/>
              </a:defRPr>
            </a:lvl1pPr>
            <a:lvl2pPr indent="-228600" lvl="1" marL="914400" marR="0" rtl="0" algn="l">
              <a:lnSpc>
                <a:spcPct val="90000"/>
              </a:lnSpc>
              <a:spcBef>
                <a:spcPts val="1655"/>
              </a:spcBef>
              <a:spcAft>
                <a:spcPts val="0"/>
              </a:spcAft>
              <a:buClr>
                <a:schemeClr val="dk1"/>
              </a:buClr>
              <a:buSzPts val="6100"/>
              <a:buFont typeface="Arial"/>
              <a:buNone/>
              <a:defRPr b="0" i="0" sz="6100" u="none" cap="none" strike="noStrike">
                <a:solidFill>
                  <a:schemeClr val="dk1"/>
                </a:solidFill>
                <a:latin typeface="Calibri"/>
                <a:ea typeface="Calibri"/>
                <a:cs typeface="Calibri"/>
                <a:sym typeface="Calibri"/>
              </a:defRPr>
            </a:lvl2pPr>
            <a:lvl3pPr indent="-228600" lvl="2" marL="1371600" marR="0" rtl="0" algn="l">
              <a:lnSpc>
                <a:spcPct val="90000"/>
              </a:lnSpc>
              <a:spcBef>
                <a:spcPts val="1655"/>
              </a:spcBef>
              <a:spcAft>
                <a:spcPts val="0"/>
              </a:spcAft>
              <a:buClr>
                <a:schemeClr val="dk1"/>
              </a:buClr>
              <a:buSzPts val="6100"/>
              <a:buFont typeface="Arial"/>
              <a:buNone/>
              <a:defRPr b="0" i="0" sz="6100" u="none" cap="none" strike="noStrike">
                <a:solidFill>
                  <a:schemeClr val="dk1"/>
                </a:solidFill>
                <a:latin typeface="Calibri"/>
                <a:ea typeface="Calibri"/>
                <a:cs typeface="Calibri"/>
                <a:sym typeface="Calibri"/>
              </a:defRPr>
            </a:lvl3pPr>
            <a:lvl4pPr indent="-228600" lvl="3" marL="1828800" marR="0" rtl="0" algn="l">
              <a:lnSpc>
                <a:spcPct val="90000"/>
              </a:lnSpc>
              <a:spcBef>
                <a:spcPts val="1655"/>
              </a:spcBef>
              <a:spcAft>
                <a:spcPts val="0"/>
              </a:spcAft>
              <a:buClr>
                <a:schemeClr val="dk1"/>
              </a:buClr>
              <a:buSzPts val="6100"/>
              <a:buFont typeface="Arial"/>
              <a:buNone/>
              <a:defRPr b="0" i="0" sz="6100" u="none" cap="none" strike="noStrike">
                <a:solidFill>
                  <a:schemeClr val="dk1"/>
                </a:solidFill>
                <a:latin typeface="Calibri"/>
                <a:ea typeface="Calibri"/>
                <a:cs typeface="Calibri"/>
                <a:sym typeface="Calibri"/>
              </a:defRPr>
            </a:lvl4pPr>
            <a:lvl5pPr indent="-228600" lvl="4" marL="2286000" marR="0" rtl="0" algn="l">
              <a:lnSpc>
                <a:spcPct val="90000"/>
              </a:lnSpc>
              <a:spcBef>
                <a:spcPts val="1655"/>
              </a:spcBef>
              <a:spcAft>
                <a:spcPts val="0"/>
              </a:spcAft>
              <a:buClr>
                <a:schemeClr val="dk1"/>
              </a:buClr>
              <a:buSzPts val="6100"/>
              <a:buFont typeface="Arial"/>
              <a:buNone/>
              <a:defRPr b="0" i="0" sz="6100" u="none" cap="none" strike="noStrike">
                <a:solidFill>
                  <a:schemeClr val="dk1"/>
                </a:solidFill>
                <a:latin typeface="Calibri"/>
                <a:ea typeface="Calibri"/>
                <a:cs typeface="Calibri"/>
                <a:sym typeface="Calibri"/>
              </a:defRPr>
            </a:lvl5pPr>
            <a:lvl6pPr indent="-607060" lvl="5" marL="27432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6pPr>
            <a:lvl7pPr indent="-607060" lvl="6" marL="32004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7pPr>
            <a:lvl8pPr indent="-607060" lvl="7" marL="36576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8pPr>
            <a:lvl9pPr indent="-607059" lvl="8" marL="41148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9pPr>
          </a:lstStyle>
          <a:p/>
        </p:txBody>
      </p:sp>
      <p:sp>
        <p:nvSpPr>
          <p:cNvPr id="23" name="Google Shape;23;p2"/>
          <p:cNvSpPr txBox="1"/>
          <p:nvPr>
            <p:ph idx="16" type="body"/>
          </p:nvPr>
        </p:nvSpPr>
        <p:spPr>
          <a:xfrm>
            <a:off x="4090898" y="1927208"/>
            <a:ext cx="22093415" cy="1775267"/>
          </a:xfrm>
          <a:prstGeom prst="rect">
            <a:avLst/>
          </a:prstGeom>
          <a:noFill/>
          <a:ln>
            <a:noFill/>
          </a:ln>
        </p:spPr>
        <p:txBody>
          <a:bodyPr anchorCtr="1" anchor="ctr" bIns="38675" lIns="77325" spcFirstLastPara="1" rIns="77325" wrap="square" tIns="38675">
            <a:normAutofit/>
          </a:bodyPr>
          <a:lstStyle>
            <a:lvl1pPr indent="-228600" lvl="0" marL="457200" marR="0" rtl="0" algn="ctr">
              <a:lnSpc>
                <a:spcPct val="90000"/>
              </a:lnSpc>
              <a:spcBef>
                <a:spcPts val="3311"/>
              </a:spcBef>
              <a:spcAft>
                <a:spcPts val="0"/>
              </a:spcAft>
              <a:buClr>
                <a:schemeClr val="accent1"/>
              </a:buClr>
              <a:buSzPts val="9800"/>
              <a:buFont typeface="Arial"/>
              <a:buNone/>
              <a:defRPr b="1" i="0" sz="9800" u="none" cap="none" strike="noStrike">
                <a:solidFill>
                  <a:schemeClr val="accent1"/>
                </a:solidFill>
                <a:latin typeface="Calibri"/>
                <a:ea typeface="Calibri"/>
                <a:cs typeface="Calibri"/>
                <a:sym typeface="Calibri"/>
              </a:defRPr>
            </a:lvl1pPr>
            <a:lvl2pPr indent="-228600" lvl="1" marL="914400" marR="0" rtl="0" algn="l">
              <a:lnSpc>
                <a:spcPct val="90000"/>
              </a:lnSpc>
              <a:spcBef>
                <a:spcPts val="1655"/>
              </a:spcBef>
              <a:spcAft>
                <a:spcPts val="0"/>
              </a:spcAft>
              <a:buClr>
                <a:schemeClr val="dk1"/>
              </a:buClr>
              <a:buSzPts val="6100"/>
              <a:buFont typeface="Arial"/>
              <a:buNone/>
              <a:defRPr b="0" i="0" sz="6100" u="none" cap="none" strike="noStrike">
                <a:solidFill>
                  <a:schemeClr val="dk1"/>
                </a:solidFill>
                <a:latin typeface="Calibri"/>
                <a:ea typeface="Calibri"/>
                <a:cs typeface="Calibri"/>
                <a:sym typeface="Calibri"/>
              </a:defRPr>
            </a:lvl2pPr>
            <a:lvl3pPr indent="-228600" lvl="2" marL="1371600" marR="0" rtl="0" algn="l">
              <a:lnSpc>
                <a:spcPct val="90000"/>
              </a:lnSpc>
              <a:spcBef>
                <a:spcPts val="1655"/>
              </a:spcBef>
              <a:spcAft>
                <a:spcPts val="0"/>
              </a:spcAft>
              <a:buClr>
                <a:schemeClr val="dk1"/>
              </a:buClr>
              <a:buSzPts val="6100"/>
              <a:buFont typeface="Arial"/>
              <a:buNone/>
              <a:defRPr b="0" i="0" sz="6100" u="none" cap="none" strike="noStrike">
                <a:solidFill>
                  <a:schemeClr val="dk1"/>
                </a:solidFill>
                <a:latin typeface="Calibri"/>
                <a:ea typeface="Calibri"/>
                <a:cs typeface="Calibri"/>
                <a:sym typeface="Calibri"/>
              </a:defRPr>
            </a:lvl3pPr>
            <a:lvl4pPr indent="-228600" lvl="3" marL="1828800" marR="0" rtl="0" algn="l">
              <a:lnSpc>
                <a:spcPct val="90000"/>
              </a:lnSpc>
              <a:spcBef>
                <a:spcPts val="1655"/>
              </a:spcBef>
              <a:spcAft>
                <a:spcPts val="0"/>
              </a:spcAft>
              <a:buClr>
                <a:schemeClr val="dk1"/>
              </a:buClr>
              <a:buSzPts val="6100"/>
              <a:buFont typeface="Arial"/>
              <a:buNone/>
              <a:defRPr b="0" i="0" sz="6100" u="none" cap="none" strike="noStrike">
                <a:solidFill>
                  <a:schemeClr val="dk1"/>
                </a:solidFill>
                <a:latin typeface="Calibri"/>
                <a:ea typeface="Calibri"/>
                <a:cs typeface="Calibri"/>
                <a:sym typeface="Calibri"/>
              </a:defRPr>
            </a:lvl4pPr>
            <a:lvl5pPr indent="-228600" lvl="4" marL="2286000" marR="0" rtl="0" algn="l">
              <a:lnSpc>
                <a:spcPct val="90000"/>
              </a:lnSpc>
              <a:spcBef>
                <a:spcPts val="1655"/>
              </a:spcBef>
              <a:spcAft>
                <a:spcPts val="0"/>
              </a:spcAft>
              <a:buClr>
                <a:schemeClr val="dk1"/>
              </a:buClr>
              <a:buSzPts val="6100"/>
              <a:buFont typeface="Arial"/>
              <a:buNone/>
              <a:defRPr b="0" i="0" sz="6100" u="none" cap="none" strike="noStrike">
                <a:solidFill>
                  <a:schemeClr val="dk1"/>
                </a:solidFill>
                <a:latin typeface="Calibri"/>
                <a:ea typeface="Calibri"/>
                <a:cs typeface="Calibri"/>
                <a:sym typeface="Calibri"/>
              </a:defRPr>
            </a:lvl5pPr>
            <a:lvl6pPr indent="-607060" lvl="5" marL="27432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6pPr>
            <a:lvl7pPr indent="-607060" lvl="6" marL="32004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7pPr>
            <a:lvl8pPr indent="-607060" lvl="7" marL="36576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8pPr>
            <a:lvl9pPr indent="-607059" lvl="8" marL="41148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9pPr>
          </a:lstStyle>
          <a:p/>
        </p:txBody>
      </p:sp>
      <p:sp>
        <p:nvSpPr>
          <p:cNvPr id="24" name="Google Shape;24;p2"/>
          <p:cNvSpPr/>
          <p:nvPr/>
        </p:nvSpPr>
        <p:spPr>
          <a:xfrm>
            <a:off x="0" y="0"/>
            <a:ext cx="30275213" cy="128587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5" name="Google Shape;25;p2"/>
          <p:cNvSpPr/>
          <p:nvPr/>
        </p:nvSpPr>
        <p:spPr>
          <a:xfrm>
            <a:off x="0" y="42205275"/>
            <a:ext cx="30275213" cy="598487"/>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15:clr>
            <a:srgbClr val="F26B43"/>
          </p15:clr>
        </p15:guide>
        <p15:guide id="2" pos="19071">
          <p15:clr>
            <a:srgbClr val="F26B43"/>
          </p15:clr>
        </p15:guide>
        <p15:guide id="3" orient="horz">
          <p15:clr>
            <a:srgbClr val="F26B43"/>
          </p15:clr>
        </p15:guide>
        <p15:guide id="4" orient="horz" pos="2696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 name="Shape 26"/>
        <p:cNvGrpSpPr/>
        <p:nvPr/>
      </p:nvGrpSpPr>
      <p:grpSpPr>
        <a:xfrm>
          <a:off x="0" y="0"/>
          <a:ext cx="0" cy="0"/>
          <a:chOff x="0" y="0"/>
          <a:chExt cx="0" cy="0"/>
        </a:xfrm>
      </p:grpSpPr>
      <p:graphicFrame>
        <p:nvGraphicFramePr>
          <p:cNvPr id="27" name="Google Shape;27;p3"/>
          <p:cNvGraphicFramePr/>
          <p:nvPr/>
        </p:nvGraphicFramePr>
        <p:xfrm>
          <a:off x="-13167360" y="34253"/>
          <a:ext cx="3000000" cy="3000000"/>
        </p:xfrm>
        <a:graphic>
          <a:graphicData uri="http://schemas.openxmlformats.org/drawingml/2006/table">
            <a:tbl>
              <a:tblPr>
                <a:noFill/>
                <a:tableStyleId>{6865D500-EC62-4D8E-B545-78DE14473DBB}</a:tableStyleId>
              </a:tblPr>
              <a:tblGrid>
                <a:gridCol w="12558750"/>
              </a:tblGrid>
              <a:tr h="2797250">
                <a:tc>
                  <a:txBody>
                    <a:bodyPr/>
                    <a:lstStyle/>
                    <a:p>
                      <a:pPr indent="0" lvl="0" marL="0" marR="0" rtl="0" algn="ctr">
                        <a:lnSpc>
                          <a:spcPct val="100000"/>
                        </a:lnSpc>
                        <a:spcBef>
                          <a:spcPts val="0"/>
                        </a:spcBef>
                        <a:spcAft>
                          <a:spcPts val="0"/>
                        </a:spcAft>
                        <a:buClr>
                          <a:schemeClr val="lt1"/>
                        </a:buClr>
                        <a:buSzPts val="7800"/>
                        <a:buFont typeface="Calibri"/>
                        <a:buNone/>
                      </a:pPr>
                      <a:r>
                        <a:rPr b="1" lang="en-GB" sz="7800" u="none" cap="none" strike="noStrike">
                          <a:solidFill>
                            <a:schemeClr val="lt1"/>
                          </a:solidFill>
                          <a:latin typeface="Calibri"/>
                          <a:ea typeface="Calibri"/>
                          <a:cs typeface="Calibri"/>
                          <a:sym typeface="Calibri"/>
                        </a:rPr>
                        <a:t>QUICK START GUIDE</a:t>
                      </a:r>
                      <a:br>
                        <a:rPr b="0" lang="en-GB" sz="4400" u="none" cap="none" strike="noStrike">
                          <a:solidFill>
                            <a:schemeClr val="lt1"/>
                          </a:solidFill>
                          <a:latin typeface="Calibri"/>
                          <a:ea typeface="Calibri"/>
                          <a:cs typeface="Calibri"/>
                          <a:sym typeface="Calibri"/>
                        </a:rPr>
                      </a:br>
                      <a:r>
                        <a:rPr b="1" i="1" lang="en-GB" sz="4000" u="none" cap="none" strike="noStrike">
                          <a:solidFill>
                            <a:schemeClr val="lt1"/>
                          </a:solidFill>
                          <a:latin typeface="Calibri"/>
                          <a:ea typeface="Calibri"/>
                          <a:cs typeface="Calibri"/>
                          <a:sym typeface="Calibri"/>
                        </a:rPr>
                        <a:t>NOTE: THIS SIDEPANEL WILL NOT APPEAR AS PART OF YOUR PRESENTATION</a:t>
                      </a:r>
                      <a:endParaRPr b="1" i="1" sz="4000" u="none" cap="none" strike="noStrike">
                        <a:solidFill>
                          <a:schemeClr val="lt1"/>
                        </a:solidFill>
                        <a:latin typeface="Calibri"/>
                        <a:ea typeface="Calibri"/>
                        <a:cs typeface="Calibri"/>
                        <a:sym typeface="Calibri"/>
                      </a:endParaRPr>
                    </a:p>
                  </a:txBody>
                  <a:tcPr marT="137150" marB="45725" marR="91450" marL="182875"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chemeClr val="accent1"/>
                    </a:solidFill>
                  </a:tcPr>
                </a:tc>
              </a:tr>
              <a:tr h="3606775">
                <a:tc>
                  <a:txBody>
                    <a:bodyPr/>
                    <a:lstStyle/>
                    <a:p>
                      <a:pPr indent="0" lvl="0" marL="0" marR="0" rtl="0" algn="l">
                        <a:spcBef>
                          <a:spcPts val="0"/>
                        </a:spcBef>
                        <a:spcAft>
                          <a:spcPts val="0"/>
                        </a:spcAft>
                        <a:buNone/>
                      </a:pPr>
                      <a:r>
                        <a:rPr i="0" lang="en-GB" sz="3900" u="none" cap="none" strike="noStrike">
                          <a:solidFill>
                            <a:srgbClr val="D9D9D9"/>
                          </a:solidFill>
                          <a:latin typeface="Calibri"/>
                          <a:ea typeface="Calibri"/>
                          <a:cs typeface="Calibri"/>
                          <a:sym typeface="Calibri"/>
                        </a:rPr>
                        <a:t>This PowerPoint template produces a </a:t>
                      </a:r>
                      <a:r>
                        <a:rPr i="0" lang="en-GB" sz="3900" u="none" cap="none" strike="noStrike">
                          <a:solidFill>
                            <a:schemeClr val="accent4"/>
                          </a:solidFill>
                          <a:latin typeface="Calibri"/>
                          <a:ea typeface="Calibri"/>
                          <a:cs typeface="Calibri"/>
                          <a:sym typeface="Calibri"/>
                        </a:rPr>
                        <a:t>A0</a:t>
                      </a:r>
                      <a:r>
                        <a:rPr i="0" lang="en-GB" sz="3900" u="none" cap="none" strike="noStrike">
                          <a:solidFill>
                            <a:srgbClr val="FFC000"/>
                          </a:solidFill>
                          <a:latin typeface="Calibri"/>
                          <a:ea typeface="Calibri"/>
                          <a:cs typeface="Calibri"/>
                          <a:sym typeface="Calibri"/>
                        </a:rPr>
                        <a:t> </a:t>
                      </a:r>
                      <a:r>
                        <a:rPr i="0" lang="en-GB" sz="3900" u="none" cap="none" strike="noStrike">
                          <a:solidFill>
                            <a:srgbClr val="D9D9D9"/>
                          </a:solidFill>
                          <a:latin typeface="Calibri"/>
                          <a:ea typeface="Calibri"/>
                          <a:cs typeface="Calibri"/>
                          <a:sym typeface="Calibri"/>
                        </a:rPr>
                        <a:t>presentation poster. You can use it to create your research poster by placing your title, subtitle, text, tables, charts and photos. </a:t>
                      </a:r>
                      <a:endParaRPr/>
                    </a:p>
                    <a:p>
                      <a:pPr indent="0" lvl="0" marL="0" marR="0" rtl="0" algn="l">
                        <a:spcBef>
                          <a:spcPts val="0"/>
                        </a:spcBef>
                        <a:spcAft>
                          <a:spcPts val="0"/>
                        </a:spcAft>
                        <a:buNone/>
                      </a:pPr>
                      <a:r>
                        <a:t/>
                      </a:r>
                      <a:endParaRPr i="0" sz="3900" u="none" cap="none" strike="noStrike">
                        <a:solidFill>
                          <a:srgbClr val="D9D9D9"/>
                        </a:solidFill>
                        <a:latin typeface="Calibri"/>
                        <a:ea typeface="Calibri"/>
                        <a:cs typeface="Calibri"/>
                        <a:sym typeface="Calibri"/>
                      </a:endParaRPr>
                    </a:p>
                    <a:p>
                      <a:pPr indent="0" lvl="0" marL="0" marR="0" rtl="0" algn="l">
                        <a:spcBef>
                          <a:spcPts val="0"/>
                        </a:spcBef>
                        <a:spcAft>
                          <a:spcPts val="0"/>
                        </a:spcAft>
                        <a:buNone/>
                      </a:pPr>
                      <a:r>
                        <a:rPr b="0" i="0" lang="en-GB" sz="3900" u="none" cap="none" strike="noStrike">
                          <a:solidFill>
                            <a:srgbClr val="D9D9D9"/>
                          </a:solidFill>
                          <a:latin typeface="Calibri"/>
                          <a:ea typeface="Calibri"/>
                          <a:cs typeface="Calibri"/>
                          <a:sym typeface="Calibri"/>
                        </a:rPr>
                        <a:t>Save your presentation as a </a:t>
                      </a:r>
                      <a:r>
                        <a:rPr b="1" i="0" lang="en-GB" sz="3900" u="none" cap="none" strike="noStrike">
                          <a:solidFill>
                            <a:srgbClr val="D9D9D9"/>
                          </a:solidFill>
                          <a:latin typeface="Calibri"/>
                          <a:ea typeface="Calibri"/>
                          <a:cs typeface="Calibri"/>
                          <a:sym typeface="Calibri"/>
                        </a:rPr>
                        <a:t>PDF/Adobe PDF file </a:t>
                      </a:r>
                      <a:r>
                        <a:rPr b="0" i="0" lang="en-GB" sz="3900" u="none" cap="none" strike="noStrike">
                          <a:solidFill>
                            <a:srgbClr val="D9D9D9"/>
                          </a:solidFill>
                          <a:latin typeface="Calibri"/>
                          <a:ea typeface="Calibri"/>
                          <a:cs typeface="Calibri"/>
                          <a:sym typeface="Calibri"/>
                        </a:rPr>
                        <a:t>before sharing it for printing.</a:t>
                      </a:r>
                      <a:endParaRPr b="0" sz="3900" u="none" cap="none" strike="noStrike">
                        <a:solidFill>
                          <a:srgbClr val="D9D9D9"/>
                        </a:solidFill>
                        <a:latin typeface="Calibri"/>
                        <a:ea typeface="Calibri"/>
                        <a:cs typeface="Calibri"/>
                        <a:sym typeface="Calibri"/>
                      </a:endParaRPr>
                    </a:p>
                  </a:txBody>
                  <a:tcPr marT="137150" marB="45725" marR="91450" marL="182875"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525055"/>
                    </a:solidFill>
                  </a:tcPr>
                </a:tc>
              </a:tr>
              <a:tr h="5234225">
                <a:tc>
                  <a:txBody>
                    <a:bodyPr/>
                    <a:lstStyle/>
                    <a:p>
                      <a:pPr indent="0" lvl="0" marL="120650" marR="0" rtl="0" algn="l">
                        <a:spcBef>
                          <a:spcPts val="0"/>
                        </a:spcBef>
                        <a:spcAft>
                          <a:spcPts val="0"/>
                        </a:spcAft>
                        <a:buNone/>
                      </a:pPr>
                      <a:r>
                        <a:rPr b="0" lang="en-GB" sz="3900" u="none" cap="none" strike="noStrike">
                          <a:solidFill>
                            <a:schemeClr val="accent4"/>
                          </a:solidFill>
                          <a:latin typeface="Calibri"/>
                          <a:ea typeface="Calibri"/>
                          <a:cs typeface="Calibri"/>
                          <a:sym typeface="Calibri"/>
                        </a:rPr>
                        <a:t>How to </a:t>
                      </a:r>
                      <a:r>
                        <a:rPr b="1" lang="en-GB" sz="3900" u="none" cap="none" strike="noStrike">
                          <a:solidFill>
                            <a:schemeClr val="accent4"/>
                          </a:solidFill>
                          <a:latin typeface="Calibri"/>
                          <a:ea typeface="Calibri"/>
                          <a:cs typeface="Calibri"/>
                          <a:sym typeface="Calibri"/>
                        </a:rPr>
                        <a:t>Zoom </a:t>
                      </a:r>
                      <a:r>
                        <a:rPr b="0" lang="en-GB" sz="3900" u="none" cap="none" strike="noStrike">
                          <a:solidFill>
                            <a:schemeClr val="accent4"/>
                          </a:solidFill>
                          <a:latin typeface="Calibri"/>
                          <a:ea typeface="Calibri"/>
                          <a:cs typeface="Calibri"/>
                          <a:sym typeface="Calibri"/>
                        </a:rPr>
                        <a:t>in and out</a:t>
                      </a:r>
                      <a:endParaRPr/>
                    </a:p>
                    <a:p>
                      <a:pPr indent="0" lvl="0" marL="120650" marR="0" rtl="0" algn="l">
                        <a:spcBef>
                          <a:spcPts val="0"/>
                        </a:spcBef>
                        <a:spcAft>
                          <a:spcPts val="0"/>
                        </a:spcAft>
                        <a:buNone/>
                      </a:pPr>
                      <a:r>
                        <a:rPr b="0" lang="en-GB" sz="3900" u="none" cap="none" strike="noStrike">
                          <a:solidFill>
                            <a:srgbClr val="D9D9D9"/>
                          </a:solidFill>
                          <a:latin typeface="Calibri"/>
                          <a:ea typeface="Calibri"/>
                          <a:cs typeface="Calibri"/>
                          <a:sym typeface="Calibri"/>
                        </a:rPr>
                        <a:t>Use the PowerPoint zoom tool to adjust the screen magnification to view comfortably. PowerPoint provides 2 ways to zoom: </a:t>
                      </a:r>
                      <a:br>
                        <a:rPr b="0" lang="en-GB" sz="3900" u="none" cap="none" strike="noStrike">
                          <a:solidFill>
                            <a:srgbClr val="D9D9D9"/>
                          </a:solidFill>
                          <a:latin typeface="Calibri"/>
                          <a:ea typeface="Calibri"/>
                          <a:cs typeface="Calibri"/>
                          <a:sym typeface="Calibri"/>
                        </a:rPr>
                      </a:br>
                      <a:r>
                        <a:rPr b="0" lang="en-GB" sz="3900" u="none" cap="none" strike="noStrike">
                          <a:solidFill>
                            <a:srgbClr val="FFC000"/>
                          </a:solidFill>
                          <a:latin typeface="Calibri"/>
                          <a:ea typeface="Calibri"/>
                          <a:cs typeface="Calibri"/>
                          <a:sym typeface="Calibri"/>
                        </a:rPr>
                        <a:t>1. </a:t>
                      </a:r>
                      <a:r>
                        <a:rPr b="0" lang="en-GB" sz="3900" u="none" cap="none" strike="noStrike">
                          <a:solidFill>
                            <a:srgbClr val="D9D9D9"/>
                          </a:solidFill>
                          <a:latin typeface="Calibri"/>
                          <a:ea typeface="Calibri"/>
                          <a:cs typeface="Calibri"/>
                          <a:sym typeface="Calibri"/>
                        </a:rPr>
                        <a:t>On the top menu bar click on the </a:t>
                      </a:r>
                      <a:r>
                        <a:rPr b="1" lang="en-GB" sz="3900" u="none" cap="none" strike="noStrike">
                          <a:solidFill>
                            <a:srgbClr val="D9D9D9"/>
                          </a:solidFill>
                          <a:latin typeface="Calibri"/>
                          <a:ea typeface="Calibri"/>
                          <a:cs typeface="Calibri"/>
                          <a:sym typeface="Calibri"/>
                        </a:rPr>
                        <a:t>VIEW</a:t>
                      </a:r>
                      <a:r>
                        <a:rPr b="0" lang="en-GB" sz="3900" u="none" cap="none" strike="noStrike">
                          <a:solidFill>
                            <a:srgbClr val="D9D9D9"/>
                          </a:solidFill>
                          <a:latin typeface="Calibri"/>
                          <a:ea typeface="Calibri"/>
                          <a:cs typeface="Calibri"/>
                          <a:sym typeface="Calibri"/>
                        </a:rPr>
                        <a:t> tab and then click on </a:t>
                      </a:r>
                      <a:r>
                        <a:rPr b="1" lang="en-GB" sz="3900" u="none" cap="none" strike="noStrike">
                          <a:solidFill>
                            <a:srgbClr val="D9D9D9"/>
                          </a:solidFill>
                          <a:latin typeface="Calibri"/>
                          <a:ea typeface="Calibri"/>
                          <a:cs typeface="Calibri"/>
                          <a:sym typeface="Calibri"/>
                        </a:rPr>
                        <a:t>ZOOM</a:t>
                      </a:r>
                      <a:r>
                        <a:rPr b="0" lang="en-GB" sz="3900" u="none" cap="none" strike="noStrike">
                          <a:solidFill>
                            <a:srgbClr val="D9D9D9"/>
                          </a:solidFill>
                          <a:latin typeface="Calibri"/>
                          <a:ea typeface="Calibri"/>
                          <a:cs typeface="Calibri"/>
                          <a:sym typeface="Calibri"/>
                        </a:rPr>
                        <a:t>. Choose the zoom percentage that works best for you. </a:t>
                      </a:r>
                      <a:br>
                        <a:rPr b="0" lang="en-GB" sz="3900" u="none" cap="none" strike="noStrike">
                          <a:solidFill>
                            <a:srgbClr val="D9D9D9"/>
                          </a:solidFill>
                          <a:latin typeface="Calibri"/>
                          <a:ea typeface="Calibri"/>
                          <a:cs typeface="Calibri"/>
                          <a:sym typeface="Calibri"/>
                        </a:rPr>
                      </a:br>
                      <a:r>
                        <a:rPr b="0" lang="en-GB" sz="3900" u="none" cap="none" strike="noStrike">
                          <a:solidFill>
                            <a:srgbClr val="FFC000"/>
                          </a:solidFill>
                          <a:latin typeface="Calibri"/>
                          <a:ea typeface="Calibri"/>
                          <a:cs typeface="Calibri"/>
                          <a:sym typeface="Calibri"/>
                        </a:rPr>
                        <a:t>2. </a:t>
                      </a:r>
                      <a:r>
                        <a:rPr b="0" lang="en-GB" sz="3900" u="none" cap="none" strike="noStrike">
                          <a:solidFill>
                            <a:srgbClr val="D9D9D9"/>
                          </a:solidFill>
                          <a:latin typeface="Calibri"/>
                          <a:ea typeface="Calibri"/>
                          <a:cs typeface="Calibri"/>
                          <a:sym typeface="Calibri"/>
                        </a:rPr>
                        <a:t>For better zoom flexibility, use the zoom slider at the bottom right of the window.</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525055"/>
                    </a:solidFill>
                  </a:tcPr>
                </a:tc>
              </a:tr>
              <a:tr h="4090625">
                <a:tc>
                  <a:txBody>
                    <a:bodyPr/>
                    <a:lstStyle/>
                    <a:p>
                      <a:pPr indent="0" lvl="0" marL="165100" marR="0" rtl="0" algn="l">
                        <a:lnSpc>
                          <a:spcPct val="100000"/>
                        </a:lnSpc>
                        <a:spcBef>
                          <a:spcPts val="0"/>
                        </a:spcBef>
                        <a:spcAft>
                          <a:spcPts val="0"/>
                        </a:spcAft>
                        <a:buClr>
                          <a:schemeClr val="accent4"/>
                        </a:buClr>
                        <a:buSzPts val="3900"/>
                        <a:buFont typeface="Calibri"/>
                        <a:buNone/>
                      </a:pPr>
                      <a:r>
                        <a:rPr b="0" lang="en-GB" sz="3900" u="none" cap="none" strike="noStrike">
                          <a:solidFill>
                            <a:schemeClr val="accent4"/>
                          </a:solidFill>
                          <a:latin typeface="Calibri"/>
                          <a:ea typeface="Calibri"/>
                          <a:cs typeface="Calibri"/>
                          <a:sym typeface="Calibri"/>
                        </a:rPr>
                        <a:t>Ruler and Guides</a:t>
                      </a:r>
                      <a:br>
                        <a:rPr b="0" lang="en-GB" sz="3900" u="none" cap="none" strike="noStrike">
                          <a:solidFill>
                            <a:srgbClr val="FFC000"/>
                          </a:solidFill>
                          <a:latin typeface="Calibri"/>
                          <a:ea typeface="Calibri"/>
                          <a:cs typeface="Calibri"/>
                          <a:sym typeface="Calibri"/>
                        </a:rPr>
                      </a:br>
                      <a:r>
                        <a:rPr b="0" lang="en-GB" sz="3900" u="none" cap="none" strike="noStrike">
                          <a:solidFill>
                            <a:srgbClr val="D9D9D9"/>
                          </a:solidFill>
                          <a:latin typeface="Calibri"/>
                          <a:ea typeface="Calibri"/>
                          <a:cs typeface="Calibri"/>
                          <a:sym typeface="Calibri"/>
                        </a:rPr>
                        <a:t>The dotted lines on this poster template are guides.  The horizontal and vertical guides will help you align your poster elements accurately. Text boxes and other elements will ”snap” to the guides and stay within the boundaries of the columns. To hide the guides go to </a:t>
                      </a:r>
                      <a:r>
                        <a:rPr b="1" lang="en-GB" sz="3900" u="none" cap="none" strike="noStrike">
                          <a:solidFill>
                            <a:srgbClr val="D9D9D9"/>
                          </a:solidFill>
                          <a:latin typeface="Calibri"/>
                          <a:ea typeface="Calibri"/>
                          <a:cs typeface="Calibri"/>
                          <a:sym typeface="Calibri"/>
                        </a:rPr>
                        <a:t>VIEW</a:t>
                      </a:r>
                      <a:r>
                        <a:rPr b="0" lang="en-GB" sz="3900" u="none" cap="none" strike="noStrike">
                          <a:solidFill>
                            <a:srgbClr val="D9D9D9"/>
                          </a:solidFill>
                          <a:latin typeface="Calibri"/>
                          <a:ea typeface="Calibri"/>
                          <a:cs typeface="Calibri"/>
                          <a:sym typeface="Calibri"/>
                        </a:rPr>
                        <a:t> and uncheck the </a:t>
                      </a:r>
                      <a:r>
                        <a:rPr b="1" lang="en-GB" sz="3900" u="none" cap="none" strike="noStrike">
                          <a:solidFill>
                            <a:srgbClr val="D9D9D9"/>
                          </a:solidFill>
                          <a:latin typeface="Calibri"/>
                          <a:ea typeface="Calibri"/>
                          <a:cs typeface="Calibri"/>
                          <a:sym typeface="Calibri"/>
                        </a:rPr>
                        <a:t>Guides </a:t>
                      </a:r>
                      <a:r>
                        <a:rPr b="0" lang="en-GB" sz="3900" u="none" cap="none" strike="noStrike">
                          <a:solidFill>
                            <a:srgbClr val="D9D9D9"/>
                          </a:solidFill>
                          <a:latin typeface="Calibri"/>
                          <a:ea typeface="Calibri"/>
                          <a:cs typeface="Calibri"/>
                          <a:sym typeface="Calibri"/>
                        </a:rPr>
                        <a:t>box.</a:t>
                      </a:r>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525055"/>
                    </a:solidFill>
                  </a:tcPr>
                </a:tc>
              </a:tr>
              <a:tr h="4662425">
                <a:tc>
                  <a:txBody>
                    <a:bodyPr/>
                    <a:lstStyle/>
                    <a:p>
                      <a:pPr indent="0" lvl="1" marL="163513" marR="0" rtl="0" algn="l">
                        <a:spcBef>
                          <a:spcPts val="0"/>
                        </a:spcBef>
                        <a:spcAft>
                          <a:spcPts val="0"/>
                        </a:spcAft>
                        <a:buClr>
                          <a:schemeClr val="accent4"/>
                        </a:buClr>
                        <a:buSzPts val="3900"/>
                        <a:buFont typeface="Arial"/>
                        <a:buNone/>
                      </a:pPr>
                      <a:r>
                        <a:rPr b="0" lang="en-GB" sz="3900" u="none" cap="none" strike="noStrike">
                          <a:solidFill>
                            <a:schemeClr val="accent4"/>
                          </a:solidFill>
                          <a:latin typeface="Calibri"/>
                          <a:ea typeface="Calibri"/>
                          <a:cs typeface="Calibri"/>
                          <a:sym typeface="Calibri"/>
                        </a:rPr>
                        <a:t>Headers and text containers</a:t>
                      </a:r>
                      <a:br>
                        <a:rPr b="0" lang="en-GB" sz="3900" u="none" cap="none" strike="noStrike">
                          <a:solidFill>
                            <a:schemeClr val="lt1"/>
                          </a:solidFill>
                          <a:latin typeface="Calibri"/>
                          <a:ea typeface="Calibri"/>
                          <a:cs typeface="Calibri"/>
                          <a:sym typeface="Calibri"/>
                        </a:rPr>
                      </a:br>
                      <a:r>
                        <a:rPr b="0" lang="en-GB" sz="3900" u="none" cap="none" strike="noStrike">
                          <a:solidFill>
                            <a:srgbClr val="D9D9D9"/>
                          </a:solidFill>
                          <a:latin typeface="Calibri"/>
                          <a:ea typeface="Calibri"/>
                          <a:cs typeface="Calibri"/>
                          <a:sym typeface="Calibri"/>
                        </a:rPr>
                        <a:t>Included in this template are commonly used section headers such as Abstract, Objectives, Methods, Results, etc. </a:t>
                      </a:r>
                      <a:endParaRPr b="0" sz="3900" u="none" cap="none" strike="noStrike">
                        <a:solidFill>
                          <a:schemeClr val="lt1"/>
                        </a:solidFill>
                        <a:latin typeface="Calibri"/>
                        <a:ea typeface="Calibri"/>
                        <a:cs typeface="Calibri"/>
                        <a:sym typeface="Calibri"/>
                      </a:endParaRPr>
                    </a:p>
                    <a:p>
                      <a:pPr indent="-571500" lvl="1" marL="735013" marR="0" rtl="0" algn="l">
                        <a:spcBef>
                          <a:spcPts val="0"/>
                        </a:spcBef>
                        <a:spcAft>
                          <a:spcPts val="0"/>
                        </a:spcAft>
                        <a:buClr>
                          <a:srgbClr val="D9D9D9"/>
                        </a:buClr>
                        <a:buSzPts val="3900"/>
                        <a:buFont typeface="Arial"/>
                        <a:buChar char="•"/>
                      </a:pPr>
                      <a:r>
                        <a:rPr b="0" lang="en-GB" sz="3900" u="none" cap="none" strike="noStrike">
                          <a:solidFill>
                            <a:srgbClr val="D9D9D9"/>
                          </a:solidFill>
                          <a:latin typeface="Calibri"/>
                          <a:ea typeface="Calibri"/>
                          <a:cs typeface="Calibri"/>
                          <a:sym typeface="Calibri"/>
                        </a:rPr>
                        <a:t>Click inside a section header to add its text.</a:t>
                      </a:r>
                      <a:endParaRPr/>
                    </a:p>
                    <a:p>
                      <a:pPr indent="-571500" lvl="1" marL="735013" marR="0" rtl="0" algn="l">
                        <a:spcBef>
                          <a:spcPts val="0"/>
                        </a:spcBef>
                        <a:spcAft>
                          <a:spcPts val="0"/>
                        </a:spcAft>
                        <a:buClr>
                          <a:srgbClr val="D9D9D9"/>
                        </a:buClr>
                        <a:buSzPts val="3900"/>
                        <a:buFont typeface="Arial"/>
                        <a:buChar char="•"/>
                      </a:pPr>
                      <a:r>
                        <a:rPr b="0" lang="en-GB" sz="3900" u="none" cap="none" strike="noStrike">
                          <a:solidFill>
                            <a:srgbClr val="D9D9D9"/>
                          </a:solidFill>
                          <a:latin typeface="Calibri"/>
                          <a:ea typeface="Calibri"/>
                          <a:cs typeface="Calibri"/>
                          <a:sym typeface="Calibri"/>
                        </a:rPr>
                        <a:t>To add another header, click on edge of the section box so that it is outlined. Copy and paste it.</a:t>
                      </a:r>
                      <a:endParaRPr/>
                    </a:p>
                    <a:p>
                      <a:pPr indent="-571500" lvl="1" marL="735013" marR="0" rtl="0" algn="l">
                        <a:spcBef>
                          <a:spcPts val="0"/>
                        </a:spcBef>
                        <a:spcAft>
                          <a:spcPts val="0"/>
                        </a:spcAft>
                        <a:buClr>
                          <a:srgbClr val="D9D9D9"/>
                        </a:buClr>
                        <a:buSzPts val="3900"/>
                        <a:buFont typeface="Arial"/>
                        <a:buChar char="•"/>
                      </a:pPr>
                      <a:r>
                        <a:rPr b="0" lang="en-GB" sz="3900" u="none" cap="none" strike="noStrike">
                          <a:solidFill>
                            <a:srgbClr val="D9D9D9"/>
                          </a:solidFill>
                          <a:latin typeface="Calibri"/>
                          <a:ea typeface="Calibri"/>
                          <a:cs typeface="Calibri"/>
                          <a:sym typeface="Calibri"/>
                        </a:rPr>
                        <a:t>To increase its size, click on the white circles (dots) and expand to the the desired size</a:t>
                      </a:r>
                      <a:endParaRPr sz="3900" u="none" cap="none" strike="noStrike">
                        <a:solidFill>
                          <a:srgbClr val="D9D9D9"/>
                        </a:solidFill>
                        <a:latin typeface="Calibri"/>
                        <a:ea typeface="Calibri"/>
                        <a:cs typeface="Calibri"/>
                        <a:sym typeface="Calibri"/>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525055"/>
                    </a:solidFill>
                  </a:tcPr>
                </a:tc>
              </a:tr>
              <a:tr h="6949650">
                <a:tc>
                  <a:txBody>
                    <a:bodyPr/>
                    <a:lstStyle/>
                    <a:p>
                      <a:pPr indent="0" lvl="0" marL="165100" marR="0" rtl="0" algn="l">
                        <a:spcBef>
                          <a:spcPts val="0"/>
                        </a:spcBef>
                        <a:spcAft>
                          <a:spcPts val="0"/>
                        </a:spcAft>
                        <a:buNone/>
                      </a:pPr>
                      <a:r>
                        <a:rPr b="0" lang="en-GB" sz="3900" u="none" cap="none" strike="noStrike">
                          <a:solidFill>
                            <a:schemeClr val="accent4"/>
                          </a:solidFill>
                          <a:latin typeface="Calibri"/>
                          <a:ea typeface="Calibri"/>
                          <a:cs typeface="Calibri"/>
                          <a:sym typeface="Calibri"/>
                        </a:rPr>
                        <a:t>Adding content to the poster</a:t>
                      </a:r>
                      <a:endParaRPr/>
                    </a:p>
                    <a:p>
                      <a:pPr indent="0" lvl="0" marL="165100" marR="0" rtl="0" algn="l">
                        <a:spcBef>
                          <a:spcPts val="0"/>
                        </a:spcBef>
                        <a:spcAft>
                          <a:spcPts val="0"/>
                        </a:spcAft>
                        <a:buNone/>
                      </a:pPr>
                      <a:r>
                        <a:rPr lang="en-GB" sz="3900" u="none" cap="none" strike="noStrike">
                          <a:solidFill>
                            <a:srgbClr val="D9D9D9"/>
                          </a:solidFill>
                          <a:latin typeface="Calibri"/>
                          <a:ea typeface="Calibri"/>
                          <a:cs typeface="Calibri"/>
                          <a:sym typeface="Calibri"/>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endParaRPr/>
                    </a:p>
                    <a:p>
                      <a:pPr indent="-457200" lvl="0" marL="622300" marR="0" rtl="0" algn="l">
                        <a:spcBef>
                          <a:spcPts val="0"/>
                        </a:spcBef>
                        <a:spcAft>
                          <a:spcPts val="0"/>
                        </a:spcAft>
                        <a:buClr>
                          <a:srgbClr val="D9D9D9"/>
                        </a:buClr>
                        <a:buSzPts val="3900"/>
                        <a:buFont typeface="Arial"/>
                        <a:buChar char="•"/>
                      </a:pPr>
                      <a:r>
                        <a:rPr lang="en-GB" sz="3900" u="none" cap="none" strike="noStrike">
                          <a:solidFill>
                            <a:srgbClr val="D9D9D9"/>
                          </a:solidFill>
                          <a:latin typeface="Calibri"/>
                          <a:ea typeface="Calibri"/>
                          <a:cs typeface="Calibri"/>
                          <a:sym typeface="Calibri"/>
                        </a:rPr>
                        <a:t>If you run out of room, try to reduce the size of your fonts or cut down/summaries your content futher.</a:t>
                      </a:r>
                      <a:endParaRPr/>
                    </a:p>
                    <a:p>
                      <a:pPr indent="-457200" lvl="0" marL="622300" marR="0" rtl="0" algn="l">
                        <a:spcBef>
                          <a:spcPts val="0"/>
                        </a:spcBef>
                        <a:spcAft>
                          <a:spcPts val="0"/>
                        </a:spcAft>
                        <a:buClr>
                          <a:srgbClr val="D9D9D9"/>
                        </a:buClr>
                        <a:buSzPts val="3900"/>
                        <a:buFont typeface="Arial"/>
                        <a:buChar char="•"/>
                      </a:pPr>
                      <a:r>
                        <a:rPr lang="en-GB" sz="3900" u="none" cap="none" strike="noStrike">
                          <a:solidFill>
                            <a:srgbClr val="D9D9D9"/>
                          </a:solidFill>
                          <a:latin typeface="Calibri"/>
                          <a:ea typeface="Calibri"/>
                          <a:cs typeface="Calibri"/>
                          <a:sym typeface="Calibri"/>
                        </a:rPr>
                        <a:t>If there is a lot of empty space try to increase your font sizes and the size of your graphics or photos. The font used for references can be smaller.</a:t>
                      </a:r>
                      <a:endParaRPr sz="3900" u="none" cap="none" strike="noStrike">
                        <a:solidFill>
                          <a:srgbClr val="D9D9D9"/>
                        </a:solidFill>
                        <a:latin typeface="Calibri"/>
                        <a:ea typeface="Calibri"/>
                        <a:cs typeface="Calibri"/>
                        <a:sym typeface="Calibri"/>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525055"/>
                    </a:solidFill>
                  </a:tcPr>
                </a:tc>
              </a:tr>
              <a:tr h="5133350">
                <a:tc>
                  <a:txBody>
                    <a:bodyPr/>
                    <a:lstStyle/>
                    <a:p>
                      <a:pPr indent="0" lvl="0" marL="60325" marR="0" rtl="0" algn="l">
                        <a:lnSpc>
                          <a:spcPct val="100000"/>
                        </a:lnSpc>
                        <a:spcBef>
                          <a:spcPts val="0"/>
                        </a:spcBef>
                        <a:spcAft>
                          <a:spcPts val="0"/>
                        </a:spcAft>
                        <a:buClr>
                          <a:schemeClr val="accent4"/>
                        </a:buClr>
                        <a:buSzPts val="3900"/>
                        <a:buFont typeface="Calibri"/>
                        <a:buNone/>
                      </a:pPr>
                      <a:r>
                        <a:rPr b="1" lang="en-GB" sz="3900" u="none" cap="none" strike="noStrike">
                          <a:solidFill>
                            <a:schemeClr val="accent4"/>
                          </a:solidFill>
                          <a:latin typeface="Calibri"/>
                          <a:ea typeface="Calibri"/>
                          <a:cs typeface="Calibri"/>
                          <a:sym typeface="Calibri"/>
                        </a:rPr>
                        <a:t>Photos</a:t>
                      </a:r>
                      <a:endParaRPr/>
                    </a:p>
                    <a:p>
                      <a:pPr indent="0" lvl="0" marL="60325" marR="0" rtl="0" algn="l">
                        <a:lnSpc>
                          <a:spcPct val="100000"/>
                        </a:lnSpc>
                        <a:spcBef>
                          <a:spcPts val="0"/>
                        </a:spcBef>
                        <a:spcAft>
                          <a:spcPts val="0"/>
                        </a:spcAft>
                        <a:buClr>
                          <a:srgbClr val="D9D9D9"/>
                        </a:buClr>
                        <a:buSzPts val="3900"/>
                        <a:buFont typeface="Calibri"/>
                        <a:buNone/>
                      </a:pPr>
                      <a:r>
                        <a:rPr b="0" i="0" lang="en-GB" sz="3900" u="none" cap="none" strike="noStrike">
                          <a:solidFill>
                            <a:srgbClr val="D9D9D9"/>
                          </a:solidFill>
                          <a:latin typeface="Calibri"/>
                          <a:ea typeface="Calibri"/>
                          <a:cs typeface="Calibri"/>
                          <a:sym typeface="Calibri"/>
                        </a:rPr>
                        <a:t>You can add photos by dragging and dropping from your desktop, copy and paste, or by going to </a:t>
                      </a:r>
                      <a:r>
                        <a:rPr b="1" i="0" lang="en-GB" sz="3900" u="none" cap="none" strike="noStrike">
                          <a:solidFill>
                            <a:srgbClr val="D9D9D9"/>
                          </a:solidFill>
                          <a:latin typeface="Calibri"/>
                          <a:ea typeface="Calibri"/>
                          <a:cs typeface="Calibri"/>
                          <a:sym typeface="Calibri"/>
                        </a:rPr>
                        <a:t>INSERT</a:t>
                      </a:r>
                      <a:r>
                        <a:rPr b="0" i="0" lang="en-GB" sz="3900" u="none" cap="none" strike="noStrike">
                          <a:solidFill>
                            <a:srgbClr val="D9D9D9"/>
                          </a:solidFill>
                          <a:latin typeface="Calibri"/>
                          <a:ea typeface="Calibri"/>
                          <a:cs typeface="Calibri"/>
                          <a:sym typeface="Calibri"/>
                        </a:rPr>
                        <a:t> &gt; </a:t>
                      </a:r>
                      <a:r>
                        <a:rPr b="1" i="0" lang="en-GB" sz="3900" u="none" cap="none" strike="noStrike">
                          <a:solidFill>
                            <a:srgbClr val="D9D9D9"/>
                          </a:solidFill>
                          <a:latin typeface="Calibri"/>
                          <a:ea typeface="Calibri"/>
                          <a:cs typeface="Calibri"/>
                          <a:sym typeface="Calibri"/>
                        </a:rPr>
                        <a:t>PICTURES</a:t>
                      </a:r>
                      <a:r>
                        <a:rPr b="0" i="0" lang="en-GB" sz="3900" u="none" cap="none" strike="noStrike">
                          <a:solidFill>
                            <a:srgbClr val="D9D9D9"/>
                          </a:solidFill>
                          <a:latin typeface="Calibri"/>
                          <a:ea typeface="Calibri"/>
                          <a:cs typeface="Calibri"/>
                          <a:sym typeface="Calibri"/>
                        </a:rPr>
                        <a:t>. </a:t>
                      </a:r>
                      <a:endParaRPr/>
                    </a:p>
                    <a:p>
                      <a:pPr indent="0" lvl="0" marL="60325" marR="0" rtl="0" algn="l">
                        <a:lnSpc>
                          <a:spcPct val="100000"/>
                        </a:lnSpc>
                        <a:spcBef>
                          <a:spcPts val="0"/>
                        </a:spcBef>
                        <a:spcAft>
                          <a:spcPts val="0"/>
                        </a:spcAft>
                        <a:buClr>
                          <a:schemeClr val="dk1"/>
                        </a:buClr>
                        <a:buSzPts val="3900"/>
                        <a:buFont typeface="Calibri"/>
                        <a:buNone/>
                      </a:pPr>
                      <a:r>
                        <a:t/>
                      </a:r>
                      <a:endParaRPr b="0" i="0" sz="3900" u="none" cap="none" strike="noStrike">
                        <a:solidFill>
                          <a:srgbClr val="D9D9D9"/>
                        </a:solidFill>
                        <a:latin typeface="Calibri"/>
                        <a:ea typeface="Calibri"/>
                        <a:cs typeface="Calibri"/>
                        <a:sym typeface="Calibri"/>
                      </a:endParaRPr>
                    </a:p>
                    <a:p>
                      <a:pPr indent="0" lvl="0" marL="60325" marR="0" rtl="0" algn="l">
                        <a:lnSpc>
                          <a:spcPct val="100000"/>
                        </a:lnSpc>
                        <a:spcBef>
                          <a:spcPts val="0"/>
                        </a:spcBef>
                        <a:spcAft>
                          <a:spcPts val="0"/>
                        </a:spcAft>
                        <a:buClr>
                          <a:srgbClr val="D9D9D9"/>
                        </a:buClr>
                        <a:buSzPts val="3900"/>
                        <a:buFont typeface="Calibri"/>
                        <a:buNone/>
                      </a:pPr>
                      <a:r>
                        <a:rPr b="0" i="0" lang="en-GB" sz="3900" u="none" cap="none" strike="noStrike">
                          <a:solidFill>
                            <a:srgbClr val="D9D9D9"/>
                          </a:solidFill>
                          <a:latin typeface="Calibri"/>
                          <a:ea typeface="Calibri"/>
                          <a:cs typeface="Calibri"/>
                          <a:sym typeface="Calibri"/>
                        </a:rPr>
                        <a:t>Resize images proportionally by first selecting the photo then hold down the </a:t>
                      </a:r>
                      <a:r>
                        <a:rPr b="1" i="0" lang="en-GB" sz="3900" u="none" cap="none" strike="noStrike">
                          <a:solidFill>
                            <a:srgbClr val="D9D9D9"/>
                          </a:solidFill>
                          <a:latin typeface="Calibri"/>
                          <a:ea typeface="Calibri"/>
                          <a:cs typeface="Calibri"/>
                          <a:sym typeface="Calibri"/>
                        </a:rPr>
                        <a:t>SHIFT</a:t>
                      </a:r>
                      <a:r>
                        <a:rPr b="0" i="0" lang="en-GB" sz="3900" u="none" cap="none" strike="noStrike">
                          <a:solidFill>
                            <a:srgbClr val="D9D9D9"/>
                          </a:solidFill>
                          <a:latin typeface="Calibri"/>
                          <a:ea typeface="Calibri"/>
                          <a:cs typeface="Calibri"/>
                          <a:sym typeface="Calibri"/>
                        </a:rPr>
                        <a:t> key and drag one of the white corner handles (dots). For a professional-looking poster, do not distort your images by stretching them disproportionally.</a:t>
                      </a:r>
                      <a:endParaRPr/>
                    </a:p>
                  </a:txBody>
                  <a:tcPr marT="137150" marB="45725" marR="91450" marL="182875"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525055"/>
                    </a:solidFill>
                  </a:tcPr>
                </a:tc>
              </a:tr>
              <a:tr h="1891350">
                <a:tc>
                  <a:txBody>
                    <a:bodyPr/>
                    <a:lstStyle/>
                    <a:p>
                      <a:pPr indent="0" lvl="0" marL="0" marR="0" rtl="0" algn="l">
                        <a:lnSpc>
                          <a:spcPct val="100000"/>
                        </a:lnSpc>
                        <a:spcBef>
                          <a:spcPts val="0"/>
                        </a:spcBef>
                        <a:spcAft>
                          <a:spcPts val="0"/>
                        </a:spcAft>
                        <a:buClr>
                          <a:srgbClr val="FFC000"/>
                        </a:buClr>
                        <a:buSzPts val="3900"/>
                        <a:buFont typeface="Calibri"/>
                        <a:buNone/>
                      </a:pPr>
                      <a:r>
                        <a:rPr b="0" lang="en-GB" sz="3900" u="none" cap="none" strike="noStrike">
                          <a:solidFill>
                            <a:srgbClr val="FFC000"/>
                          </a:solidFill>
                          <a:latin typeface="Calibri"/>
                          <a:ea typeface="Calibri"/>
                          <a:cs typeface="Calibri"/>
                          <a:sym typeface="Calibri"/>
                        </a:rPr>
                        <a:t>Quality check your graphics</a:t>
                      </a:r>
                      <a:endParaRPr/>
                    </a:p>
                    <a:p>
                      <a:pPr indent="0" lvl="0" marL="0" marR="0" rtl="0" algn="l">
                        <a:lnSpc>
                          <a:spcPct val="100000"/>
                        </a:lnSpc>
                        <a:spcBef>
                          <a:spcPts val="0"/>
                        </a:spcBef>
                        <a:spcAft>
                          <a:spcPts val="0"/>
                        </a:spcAft>
                        <a:buClr>
                          <a:srgbClr val="D9D9D9"/>
                        </a:buClr>
                        <a:buSzPts val="3900"/>
                        <a:buFont typeface="Calibri"/>
                        <a:buNone/>
                      </a:pPr>
                      <a:r>
                        <a:rPr lang="en-GB" sz="3900" u="none" cap="none" strike="noStrike">
                          <a:solidFill>
                            <a:srgbClr val="D9D9D9"/>
                          </a:solidFill>
                          <a:latin typeface="Calibri"/>
                          <a:ea typeface="Calibri"/>
                          <a:cs typeface="Calibri"/>
                          <a:sym typeface="Calibri"/>
                        </a:rPr>
                        <a:t>Zoom in and look at your graphics or images at 100%-200% magnification. If they look clear, they will print well. </a:t>
                      </a:r>
                      <a:endParaRPr/>
                    </a:p>
                  </a:txBody>
                  <a:tcPr marT="137150" marB="45725" marR="91450" marL="182875"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525055"/>
                    </a:solidFill>
                  </a:tcPr>
                </a:tc>
              </a:tr>
              <a:tr h="7037625">
                <a:tc>
                  <a:txBody>
                    <a:bodyPr/>
                    <a:lstStyle/>
                    <a:p>
                      <a:pPr indent="0" lvl="0" marL="0" marR="0" rtl="0" algn="l">
                        <a:lnSpc>
                          <a:spcPct val="100000"/>
                        </a:lnSpc>
                        <a:spcBef>
                          <a:spcPts val="0"/>
                        </a:spcBef>
                        <a:spcAft>
                          <a:spcPts val="0"/>
                        </a:spcAft>
                        <a:buClr>
                          <a:srgbClr val="FFC000"/>
                        </a:buClr>
                        <a:buSzPts val="3900"/>
                        <a:buFont typeface="Calibri"/>
                        <a:buNone/>
                      </a:pPr>
                      <a:r>
                        <a:rPr b="0" lang="en-GB" sz="3900" u="none" cap="none" strike="noStrike">
                          <a:solidFill>
                            <a:srgbClr val="FFC000"/>
                          </a:solidFill>
                          <a:latin typeface="Calibri"/>
                          <a:ea typeface="Calibri"/>
                          <a:cs typeface="Calibri"/>
                          <a:sym typeface="Calibri"/>
                        </a:rPr>
                        <a:t>How to hide the QUICK START GUIDE bar from the side of the template</a:t>
                      </a:r>
                      <a:endParaRPr/>
                    </a:p>
                    <a:p>
                      <a:pPr indent="0" lvl="0" marL="0" marR="0" rtl="0" algn="l">
                        <a:lnSpc>
                          <a:spcPct val="100000"/>
                        </a:lnSpc>
                        <a:spcBef>
                          <a:spcPts val="0"/>
                        </a:spcBef>
                        <a:spcAft>
                          <a:spcPts val="0"/>
                        </a:spcAft>
                        <a:buClr>
                          <a:srgbClr val="D9D9D9"/>
                        </a:buClr>
                        <a:buSzPts val="3900"/>
                        <a:buFont typeface="Calibri"/>
                        <a:buNone/>
                      </a:pPr>
                      <a:r>
                        <a:rPr lang="en-GB" sz="3900" u="none" cap="none" strike="noStrike">
                          <a:solidFill>
                            <a:srgbClr val="D9D9D9"/>
                          </a:solidFill>
                          <a:latin typeface="Calibri"/>
                          <a:ea typeface="Calibri"/>
                          <a:cs typeface="Calibri"/>
                          <a:sym typeface="Calibri"/>
                        </a:rPr>
                        <a:t>The Quick Start Guide </a:t>
                      </a:r>
                      <a:r>
                        <a:rPr i="1" lang="en-GB" sz="3900" u="sng" cap="none" strike="noStrike">
                          <a:solidFill>
                            <a:srgbClr val="D9D9D9"/>
                          </a:solidFill>
                          <a:latin typeface="Calibri"/>
                          <a:ea typeface="Calibri"/>
                          <a:cs typeface="Calibri"/>
                          <a:sym typeface="Calibri"/>
                        </a:rPr>
                        <a:t>is outside the template’s printable area</a:t>
                      </a:r>
                      <a:r>
                        <a:rPr lang="en-GB" sz="3900" u="none" cap="none" strike="noStrike">
                          <a:solidFill>
                            <a:srgbClr val="D9D9D9"/>
                          </a:solidFill>
                          <a:latin typeface="Calibri"/>
                          <a:ea typeface="Calibri"/>
                          <a:cs typeface="Calibri"/>
                          <a:sym typeface="Calibri"/>
                        </a:rPr>
                        <a:t> and it will not be on the printed poster. </a:t>
                      </a:r>
                      <a:endParaRPr/>
                    </a:p>
                    <a:p>
                      <a:pPr indent="0" lvl="0" marL="0" marR="0" rtl="0" algn="l">
                        <a:lnSpc>
                          <a:spcPct val="100000"/>
                        </a:lnSpc>
                        <a:spcBef>
                          <a:spcPts val="0"/>
                        </a:spcBef>
                        <a:spcAft>
                          <a:spcPts val="0"/>
                        </a:spcAft>
                        <a:buClr>
                          <a:schemeClr val="dk1"/>
                        </a:buClr>
                        <a:buSzPts val="3900"/>
                        <a:buFont typeface="Calibri"/>
                        <a:buNone/>
                      </a:pPr>
                      <a:r>
                        <a:t/>
                      </a:r>
                      <a:endParaRPr sz="3900" u="none" cap="none" strike="noStrike">
                        <a:solidFill>
                          <a:srgbClr val="D9D9D9"/>
                        </a:solidFill>
                        <a:latin typeface="Calibri"/>
                        <a:ea typeface="Calibri"/>
                        <a:cs typeface="Calibri"/>
                        <a:sym typeface="Calibri"/>
                      </a:endParaRPr>
                    </a:p>
                    <a:p>
                      <a:pPr indent="0" lvl="0" marL="0" marR="0" rtl="0" algn="l">
                        <a:lnSpc>
                          <a:spcPct val="100000"/>
                        </a:lnSpc>
                        <a:spcBef>
                          <a:spcPts val="0"/>
                        </a:spcBef>
                        <a:spcAft>
                          <a:spcPts val="0"/>
                        </a:spcAft>
                        <a:buClr>
                          <a:srgbClr val="D9D9D9"/>
                        </a:buClr>
                        <a:buSzPts val="3900"/>
                        <a:buFont typeface="Calibri"/>
                        <a:buNone/>
                      </a:pPr>
                      <a:r>
                        <a:rPr lang="en-GB" sz="3900" u="none" cap="none" strike="noStrike">
                          <a:solidFill>
                            <a:srgbClr val="D9D9D9"/>
                          </a:solidFill>
                          <a:latin typeface="Calibri"/>
                          <a:ea typeface="Calibri"/>
                          <a:cs typeface="Calibri"/>
                          <a:sym typeface="Calibri"/>
                        </a:rPr>
                        <a:t>If you create a PDF file from your template, the guide will not be included.</a:t>
                      </a:r>
                      <a:endParaRPr/>
                    </a:p>
                    <a:p>
                      <a:pPr indent="0" lvl="0" marL="0" marR="0" rtl="0" algn="l">
                        <a:lnSpc>
                          <a:spcPct val="100000"/>
                        </a:lnSpc>
                        <a:spcBef>
                          <a:spcPts val="0"/>
                        </a:spcBef>
                        <a:spcAft>
                          <a:spcPts val="0"/>
                        </a:spcAft>
                        <a:buClr>
                          <a:schemeClr val="dk1"/>
                        </a:buClr>
                        <a:buSzPts val="3900"/>
                        <a:buFont typeface="Calibri"/>
                        <a:buNone/>
                      </a:pPr>
                      <a:r>
                        <a:t/>
                      </a:r>
                      <a:endParaRPr sz="3900" u="none" cap="none" strike="noStrike">
                        <a:solidFill>
                          <a:srgbClr val="D9D9D9"/>
                        </a:solidFill>
                        <a:latin typeface="Calibri"/>
                        <a:ea typeface="Calibri"/>
                        <a:cs typeface="Calibri"/>
                        <a:sym typeface="Calibri"/>
                      </a:endParaRPr>
                    </a:p>
                    <a:p>
                      <a:pPr indent="0" lvl="0" marL="0" marR="0" rtl="0" algn="l">
                        <a:lnSpc>
                          <a:spcPct val="100000"/>
                        </a:lnSpc>
                        <a:spcBef>
                          <a:spcPts val="0"/>
                        </a:spcBef>
                        <a:spcAft>
                          <a:spcPts val="0"/>
                        </a:spcAft>
                        <a:buClr>
                          <a:srgbClr val="D9D9D9"/>
                        </a:buClr>
                        <a:buSzPts val="3900"/>
                        <a:buFont typeface="Calibri"/>
                        <a:buNone/>
                      </a:pPr>
                      <a:r>
                        <a:rPr lang="en-GB" sz="3900" u="none" cap="none" strike="noStrike">
                          <a:solidFill>
                            <a:srgbClr val="D9D9D9"/>
                          </a:solidFill>
                          <a:latin typeface="Calibri"/>
                          <a:ea typeface="Calibri"/>
                          <a:cs typeface="Calibri"/>
                          <a:sym typeface="Calibri"/>
                        </a:rPr>
                        <a:t>To hide the guide click on the </a:t>
                      </a:r>
                      <a:r>
                        <a:rPr b="1" lang="en-GB" sz="3900" u="none" cap="none" strike="noStrike">
                          <a:solidFill>
                            <a:srgbClr val="D9D9D9"/>
                          </a:solidFill>
                          <a:latin typeface="Calibri"/>
                          <a:ea typeface="Calibri"/>
                          <a:cs typeface="Calibri"/>
                          <a:sym typeface="Calibri"/>
                        </a:rPr>
                        <a:t>Home</a:t>
                      </a:r>
                      <a:r>
                        <a:rPr lang="en-GB" sz="3900" u="none" cap="none" strike="noStrike">
                          <a:solidFill>
                            <a:srgbClr val="D9D9D9"/>
                          </a:solidFill>
                          <a:latin typeface="Calibri"/>
                          <a:ea typeface="Calibri"/>
                          <a:cs typeface="Calibri"/>
                          <a:sym typeface="Calibri"/>
                        </a:rPr>
                        <a:t> tab (top of the screen) and then click on the </a:t>
                      </a:r>
                      <a:r>
                        <a:rPr b="1" lang="en-GB" sz="3900" u="none" cap="none" strike="noStrike">
                          <a:solidFill>
                            <a:srgbClr val="D9D9D9"/>
                          </a:solidFill>
                          <a:latin typeface="Calibri"/>
                          <a:ea typeface="Calibri"/>
                          <a:cs typeface="Calibri"/>
                          <a:sym typeface="Calibri"/>
                        </a:rPr>
                        <a:t>Layout</a:t>
                      </a:r>
                      <a:r>
                        <a:rPr lang="en-GB" sz="3900" u="none" cap="none" strike="noStrike">
                          <a:solidFill>
                            <a:srgbClr val="D9D9D9"/>
                          </a:solidFill>
                          <a:latin typeface="Calibri"/>
                          <a:ea typeface="Calibri"/>
                          <a:cs typeface="Calibri"/>
                          <a:sym typeface="Calibri"/>
                        </a:rPr>
                        <a:t> button below to see the available layouts. Choose the </a:t>
                      </a:r>
                      <a:r>
                        <a:rPr b="1" lang="en-GB" sz="3900" u="none" cap="none" strike="noStrike">
                          <a:solidFill>
                            <a:srgbClr val="D9D9D9"/>
                          </a:solidFill>
                          <a:latin typeface="Calibri"/>
                          <a:ea typeface="Calibri"/>
                          <a:cs typeface="Calibri"/>
                          <a:sym typeface="Calibri"/>
                        </a:rPr>
                        <a:t>Without Guides </a:t>
                      </a:r>
                      <a:r>
                        <a:rPr b="0" lang="en-GB" sz="3900" u="none" cap="none" strike="noStrike">
                          <a:solidFill>
                            <a:srgbClr val="D9D9D9"/>
                          </a:solidFill>
                          <a:latin typeface="Calibri"/>
                          <a:ea typeface="Calibri"/>
                          <a:cs typeface="Calibri"/>
                          <a:sym typeface="Calibri"/>
                        </a:rPr>
                        <a:t>layout</a:t>
                      </a:r>
                      <a:r>
                        <a:rPr lang="en-GB" sz="3900" u="none" cap="none" strike="noStrike">
                          <a:solidFill>
                            <a:srgbClr val="D9D9D9"/>
                          </a:solidFill>
                          <a:latin typeface="Calibri"/>
                          <a:ea typeface="Calibri"/>
                          <a:cs typeface="Calibri"/>
                          <a:sym typeface="Calibri"/>
                        </a:rPr>
                        <a:t>. This should be done before starting any edits.</a:t>
                      </a:r>
                      <a:endParaRPr sz="3900" u="none" cap="none" strike="noStrike">
                        <a:solidFill>
                          <a:srgbClr val="D9D9D9"/>
                        </a:solidFill>
                        <a:latin typeface="Calibri"/>
                        <a:ea typeface="Calibri"/>
                        <a:cs typeface="Calibri"/>
                        <a:sym typeface="Calibri"/>
                      </a:endParaRPr>
                    </a:p>
                  </a:txBody>
                  <a:tcPr marT="137150" marB="45725" marR="91450" marL="182875"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525055"/>
                    </a:solidFill>
                  </a:tcPr>
                </a:tc>
              </a:tr>
            </a:tbl>
          </a:graphicData>
        </a:graphic>
      </p:graphicFrame>
    </p:spTree>
  </p:cSld>
  <p:clrMap accent1="accent1" accent2="accent2" accent3="accent3" accent4="accent4" accent5="accent5" accent6="accent6" bg1="lt1" bg2="dk2" tx1="dk1" tx2="lt2" folHlink="folHlink" hlink="hlink"/>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15:clr>
            <a:srgbClr val="F26B43"/>
          </p15:clr>
        </p15:guide>
        <p15:guide id="2" pos="19071">
          <p15:clr>
            <a:srgbClr val="F26B43"/>
          </p15:clr>
        </p15:guide>
        <p15:guide id="3" orient="horz">
          <p15:clr>
            <a:srgbClr val="F26B43"/>
          </p15:clr>
        </p15:guide>
        <p15:guide id="4" orient="horz" pos="26963">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4.png"/><Relationship Id="rId7" Type="http://schemas.openxmlformats.org/officeDocument/2006/relationships/image" Target="../media/image1.png"/><Relationship Id="rId8"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 name="Shape 31"/>
        <p:cNvGrpSpPr/>
        <p:nvPr/>
      </p:nvGrpSpPr>
      <p:grpSpPr>
        <a:xfrm>
          <a:off x="0" y="0"/>
          <a:ext cx="0" cy="0"/>
          <a:chOff x="0" y="0"/>
          <a:chExt cx="0" cy="0"/>
        </a:xfrm>
      </p:grpSpPr>
      <p:sp>
        <p:nvSpPr>
          <p:cNvPr id="32" name="Google Shape;32;p4"/>
          <p:cNvSpPr txBox="1"/>
          <p:nvPr>
            <p:ph idx="4" type="body"/>
          </p:nvPr>
        </p:nvSpPr>
        <p:spPr>
          <a:xfrm>
            <a:off x="1005253" y="21387197"/>
            <a:ext cx="14287800" cy="790500"/>
          </a:xfrm>
          <a:prstGeom prst="rect">
            <a:avLst/>
          </a:prstGeom>
          <a:solidFill>
            <a:schemeClr val="accent1"/>
          </a:solidFill>
          <a:ln>
            <a:noFill/>
          </a:ln>
        </p:spPr>
        <p:txBody>
          <a:bodyPr anchorCtr="0" anchor="ctr" bIns="89550" lIns="89550" spcFirstLastPara="1" rIns="89550" wrap="square" tIns="89550">
            <a:spAutoFit/>
          </a:bodyPr>
          <a:lstStyle/>
          <a:p>
            <a:pPr indent="0" lvl="0" marL="0" rtl="0" algn="l">
              <a:lnSpc>
                <a:spcPct val="90000"/>
              </a:lnSpc>
              <a:spcBef>
                <a:spcPts val="0"/>
              </a:spcBef>
              <a:spcAft>
                <a:spcPts val="0"/>
              </a:spcAft>
              <a:buClr>
                <a:schemeClr val="lt1"/>
              </a:buClr>
              <a:buSzPts val="4400"/>
              <a:buNone/>
            </a:pPr>
            <a:r>
              <a:rPr lang="en-GB"/>
              <a:t>Theory of Change </a:t>
            </a:r>
            <a:endParaRPr/>
          </a:p>
        </p:txBody>
      </p:sp>
      <p:sp>
        <p:nvSpPr>
          <p:cNvPr id="33" name="Google Shape;33;p4"/>
          <p:cNvSpPr txBox="1"/>
          <p:nvPr>
            <p:ph idx="15" type="body"/>
          </p:nvPr>
        </p:nvSpPr>
        <p:spPr>
          <a:xfrm>
            <a:off x="4008450" y="5040400"/>
            <a:ext cx="26019600" cy="1262100"/>
          </a:xfrm>
          <a:prstGeom prst="rect">
            <a:avLst/>
          </a:prstGeom>
          <a:noFill/>
          <a:ln>
            <a:noFill/>
          </a:ln>
        </p:spPr>
        <p:txBody>
          <a:bodyPr anchorCtr="1" anchor="ctr" bIns="38675" lIns="77325" spcFirstLastPara="1" rIns="77325" wrap="square" tIns="38675">
            <a:noAutofit/>
          </a:bodyPr>
          <a:lstStyle/>
          <a:p>
            <a:pPr indent="0" lvl="0" marL="0" rtl="0" algn="ctr">
              <a:lnSpc>
                <a:spcPct val="90000"/>
              </a:lnSpc>
              <a:spcBef>
                <a:spcPts val="0"/>
              </a:spcBef>
              <a:spcAft>
                <a:spcPts val="0"/>
              </a:spcAft>
              <a:buClr>
                <a:srgbClr val="000000"/>
              </a:buClr>
              <a:buSzPts val="4000"/>
              <a:buFont typeface="Calibri"/>
              <a:buNone/>
            </a:pPr>
            <a:r>
              <a:rPr lang="en-GB" sz="4800">
                <a:solidFill>
                  <a:srgbClr val="000000"/>
                </a:solidFill>
              </a:rPr>
              <a:t>Tatenda Duncan Kavu, Reinpeter</a:t>
            </a:r>
            <a:r>
              <a:rPr lang="en-GB" sz="4800">
                <a:solidFill>
                  <a:srgbClr val="000000"/>
                </a:solidFill>
                <a:latin typeface="Times New Roman"/>
                <a:ea typeface="Times New Roman"/>
                <a:cs typeface="Times New Roman"/>
                <a:sym typeface="Times New Roman"/>
              </a:rPr>
              <a:t> </a:t>
            </a:r>
            <a:r>
              <a:rPr lang="en-GB" sz="4800">
                <a:solidFill>
                  <a:srgbClr val="000000"/>
                </a:solidFill>
              </a:rPr>
              <a:t>Momanyi,  Steve Cygu, Agnes Kiragga, Gershim Asiki, Shukri Mohamed, Zachary Ndegwa Muriuki, Silas Ooko, Evans Omondi</a:t>
            </a:r>
            <a:br>
              <a:rPr lang="en-GB" sz="4800">
                <a:solidFill>
                  <a:srgbClr val="000000"/>
                </a:solidFill>
              </a:rPr>
            </a:br>
            <a:endParaRPr sz="4800"/>
          </a:p>
        </p:txBody>
      </p:sp>
      <p:sp>
        <p:nvSpPr>
          <p:cNvPr id="34" name="Google Shape;34;p4"/>
          <p:cNvSpPr txBox="1"/>
          <p:nvPr>
            <p:ph idx="16" type="body"/>
          </p:nvPr>
        </p:nvSpPr>
        <p:spPr>
          <a:xfrm>
            <a:off x="3790475" y="1755901"/>
            <a:ext cx="23713800" cy="3068100"/>
          </a:xfrm>
          <a:prstGeom prst="rect">
            <a:avLst/>
          </a:prstGeom>
          <a:noFill/>
          <a:ln>
            <a:noFill/>
          </a:ln>
        </p:spPr>
        <p:txBody>
          <a:bodyPr anchorCtr="1" anchor="ctr" bIns="38675" lIns="77325" spcFirstLastPara="1" rIns="77325" wrap="square" tIns="38675">
            <a:normAutofit fontScale="70000" lnSpcReduction="20000"/>
          </a:bodyPr>
          <a:lstStyle/>
          <a:p>
            <a:pPr indent="0" lvl="0" marL="0" rtl="0" algn="ctr">
              <a:lnSpc>
                <a:spcPct val="115000"/>
              </a:lnSpc>
              <a:spcBef>
                <a:spcPts val="0"/>
              </a:spcBef>
              <a:spcAft>
                <a:spcPts val="0"/>
              </a:spcAft>
              <a:buClr>
                <a:schemeClr val="accent1"/>
              </a:buClr>
              <a:buSzPct val="111363"/>
              <a:buNone/>
            </a:pPr>
            <a:r>
              <a:rPr lang="en-GB"/>
              <a:t>Making Healthy Food the Easier  Choice in Kenya through Artificial Inte</a:t>
            </a:r>
            <a:r>
              <a:rPr lang="en-GB"/>
              <a:t>lligence</a:t>
            </a:r>
            <a:br>
              <a:rPr lang="en-GB"/>
            </a:br>
            <a:endParaRPr sz="8800">
              <a:solidFill>
                <a:schemeClr val="accent6"/>
              </a:solidFill>
            </a:endParaRPr>
          </a:p>
        </p:txBody>
      </p:sp>
      <p:sp>
        <p:nvSpPr>
          <p:cNvPr id="35" name="Google Shape;35;p4"/>
          <p:cNvSpPr txBox="1"/>
          <p:nvPr/>
        </p:nvSpPr>
        <p:spPr>
          <a:xfrm>
            <a:off x="82468" y="17452161"/>
            <a:ext cx="14291400" cy="790500"/>
          </a:xfrm>
          <a:prstGeom prst="rect">
            <a:avLst/>
          </a:prstGeom>
          <a:solidFill>
            <a:schemeClr val="accent1"/>
          </a:solidFill>
          <a:ln>
            <a:noFill/>
          </a:ln>
        </p:spPr>
        <p:txBody>
          <a:bodyPr anchorCtr="0" anchor="ctr" bIns="89550" lIns="89550" spcFirstLastPara="1" rIns="89550" wrap="square" tIns="89550">
            <a:spAutoFit/>
          </a:bodyPr>
          <a:lstStyle/>
          <a:p>
            <a:pPr indent="0" lvl="0" marL="0" marR="0" rtl="0" algn="l">
              <a:lnSpc>
                <a:spcPct val="90000"/>
              </a:lnSpc>
              <a:spcBef>
                <a:spcPts val="0"/>
              </a:spcBef>
              <a:spcAft>
                <a:spcPts val="0"/>
              </a:spcAft>
              <a:buClr>
                <a:schemeClr val="lt1"/>
              </a:buClr>
              <a:buSzPts val="4400"/>
              <a:buFont typeface="Arial"/>
              <a:buNone/>
            </a:pPr>
            <a:r>
              <a:t/>
            </a:r>
            <a:endParaRPr/>
          </a:p>
        </p:txBody>
      </p:sp>
      <p:pic>
        <p:nvPicPr>
          <p:cNvPr id="36" name="Google Shape;36;p4"/>
          <p:cNvPicPr preferRelativeResize="0"/>
          <p:nvPr/>
        </p:nvPicPr>
        <p:blipFill rotWithShape="1">
          <a:blip r:embed="rId3">
            <a:alphaModFix/>
          </a:blip>
          <a:srcRect b="0" l="0" r="0" t="0"/>
          <a:stretch/>
        </p:blipFill>
        <p:spPr>
          <a:xfrm>
            <a:off x="264160" y="2113323"/>
            <a:ext cx="3744278" cy="3836670"/>
          </a:xfrm>
          <a:prstGeom prst="rect">
            <a:avLst/>
          </a:prstGeom>
          <a:noFill/>
          <a:ln>
            <a:noFill/>
          </a:ln>
        </p:spPr>
      </p:pic>
      <p:pic>
        <p:nvPicPr>
          <p:cNvPr id="37" name="Google Shape;37;p4"/>
          <p:cNvPicPr preferRelativeResize="0"/>
          <p:nvPr/>
        </p:nvPicPr>
        <p:blipFill>
          <a:blip r:embed="rId4">
            <a:alphaModFix/>
          </a:blip>
          <a:stretch>
            <a:fillRect/>
          </a:stretch>
        </p:blipFill>
        <p:spPr>
          <a:xfrm>
            <a:off x="450638" y="6785000"/>
            <a:ext cx="28662352" cy="14083249"/>
          </a:xfrm>
          <a:prstGeom prst="rect">
            <a:avLst/>
          </a:prstGeom>
          <a:noFill/>
          <a:ln>
            <a:noFill/>
          </a:ln>
        </p:spPr>
      </p:pic>
      <p:sp>
        <p:nvSpPr>
          <p:cNvPr id="38" name="Google Shape;38;p4"/>
          <p:cNvSpPr txBox="1"/>
          <p:nvPr/>
        </p:nvSpPr>
        <p:spPr>
          <a:xfrm>
            <a:off x="9634850" y="6785000"/>
            <a:ext cx="14291400" cy="241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2100"/>
          </a:p>
          <a:p>
            <a:pPr indent="-425450" lvl="0" marL="457200" rtl="0" algn="l">
              <a:spcBef>
                <a:spcPts val="0"/>
              </a:spcBef>
              <a:spcAft>
                <a:spcPts val="0"/>
              </a:spcAft>
              <a:buSzPts val="3100"/>
              <a:buChar char="●"/>
            </a:pPr>
            <a:r>
              <a:rPr b="1" lang="en-GB" sz="3100"/>
              <a:t>NCDs account for half of the total hospital admissions and over 55% of hospital deaths and 40% of all deaths in Kenya</a:t>
            </a:r>
            <a:endParaRPr b="1" sz="3100"/>
          </a:p>
          <a:p>
            <a:pPr indent="-425450" lvl="0" marL="457200" rtl="0" algn="l">
              <a:spcBef>
                <a:spcPts val="0"/>
              </a:spcBef>
              <a:spcAft>
                <a:spcPts val="0"/>
              </a:spcAft>
              <a:buSzPts val="3100"/>
              <a:buChar char="●"/>
            </a:pPr>
            <a:r>
              <a:rPr b="1" lang="en-GB" sz="3100"/>
              <a:t>Unhealthy diet is the leading risk factor </a:t>
            </a:r>
            <a:endParaRPr b="1" sz="3100"/>
          </a:p>
          <a:p>
            <a:pPr indent="-425450" lvl="0" marL="457200" rtl="0" algn="l">
              <a:spcBef>
                <a:spcPts val="0"/>
              </a:spcBef>
              <a:spcAft>
                <a:spcPts val="0"/>
              </a:spcAft>
              <a:buSzPts val="3100"/>
              <a:buChar char="●"/>
            </a:pPr>
            <a:r>
              <a:rPr b="1" lang="en-GB" sz="3100"/>
              <a:t>Limited consumer knowledge on unhealthy food </a:t>
            </a:r>
            <a:endParaRPr b="1" sz="3100"/>
          </a:p>
        </p:txBody>
      </p:sp>
      <p:sp>
        <p:nvSpPr>
          <p:cNvPr id="39" name="Google Shape;39;p4"/>
          <p:cNvSpPr txBox="1"/>
          <p:nvPr>
            <p:ph idx="3" type="body"/>
          </p:nvPr>
        </p:nvSpPr>
        <p:spPr>
          <a:xfrm>
            <a:off x="380668" y="32803706"/>
            <a:ext cx="14291400" cy="790500"/>
          </a:xfrm>
          <a:prstGeom prst="rect">
            <a:avLst/>
          </a:prstGeom>
          <a:solidFill>
            <a:schemeClr val="accent1"/>
          </a:solidFill>
          <a:ln>
            <a:noFill/>
          </a:ln>
        </p:spPr>
        <p:txBody>
          <a:bodyPr anchorCtr="0" anchor="ctr" bIns="89550" lIns="89550" spcFirstLastPara="1" rIns="89550" wrap="square" tIns="89550">
            <a:spAutoFit/>
          </a:bodyPr>
          <a:lstStyle/>
          <a:p>
            <a:pPr indent="0" lvl="0" marL="0" rtl="0" algn="l">
              <a:lnSpc>
                <a:spcPct val="90000"/>
              </a:lnSpc>
              <a:spcBef>
                <a:spcPts val="0"/>
              </a:spcBef>
              <a:spcAft>
                <a:spcPts val="0"/>
              </a:spcAft>
              <a:buClr>
                <a:schemeClr val="lt1"/>
              </a:buClr>
              <a:buSzPts val="4400"/>
              <a:buNone/>
            </a:pPr>
            <a:r>
              <a:rPr lang="en-GB"/>
              <a:t>Objectives</a:t>
            </a:r>
            <a:endParaRPr/>
          </a:p>
        </p:txBody>
      </p:sp>
      <p:sp>
        <p:nvSpPr>
          <p:cNvPr id="40" name="Google Shape;40;p4"/>
          <p:cNvSpPr txBox="1"/>
          <p:nvPr>
            <p:ph idx="13" type="body"/>
          </p:nvPr>
        </p:nvSpPr>
        <p:spPr>
          <a:xfrm>
            <a:off x="380675" y="33808850"/>
            <a:ext cx="6477000" cy="7078800"/>
          </a:xfrm>
          <a:prstGeom prst="rect">
            <a:avLst/>
          </a:prstGeom>
          <a:noFill/>
          <a:ln>
            <a:noFill/>
          </a:ln>
        </p:spPr>
        <p:txBody>
          <a:bodyPr anchorCtr="0" anchor="t" bIns="223875" lIns="223875" spcFirstLastPara="1" rIns="223875" wrap="square" tIns="223875">
            <a:spAutoFit/>
          </a:bodyPr>
          <a:lstStyle/>
          <a:p>
            <a:pPr indent="0" lvl="0" marL="0" rtl="0" algn="just">
              <a:lnSpc>
                <a:spcPct val="90000"/>
              </a:lnSpc>
              <a:spcBef>
                <a:spcPts val="2400"/>
              </a:spcBef>
              <a:spcAft>
                <a:spcPts val="0"/>
              </a:spcAft>
              <a:buClr>
                <a:schemeClr val="accent5"/>
              </a:buClr>
              <a:buSzPts val="2800"/>
              <a:buNone/>
            </a:pPr>
            <a:r>
              <a:rPr b="1" lang="en-GB" sz="3200"/>
              <a:t>Additional Objectives</a:t>
            </a:r>
            <a:r>
              <a:rPr b="1" lang="en-GB"/>
              <a:t>:</a:t>
            </a:r>
            <a:endParaRPr/>
          </a:p>
          <a:p>
            <a:pPr indent="-196850" lvl="0" marL="0" rtl="0" algn="just">
              <a:lnSpc>
                <a:spcPct val="115000"/>
              </a:lnSpc>
              <a:spcBef>
                <a:spcPts val="1200"/>
              </a:spcBef>
              <a:spcAft>
                <a:spcPts val="0"/>
              </a:spcAft>
              <a:buClr>
                <a:schemeClr val="dk1"/>
              </a:buClr>
              <a:buSzPts val="3100"/>
              <a:buFont typeface="Calibri"/>
              <a:buAutoNum type="arabicPeriod"/>
            </a:pPr>
            <a:r>
              <a:rPr lang="en-GB" sz="3100">
                <a:solidFill>
                  <a:schemeClr val="dk1"/>
                </a:solidFill>
              </a:rPr>
              <a:t>Influence change of purchasing patterns</a:t>
            </a:r>
            <a:endParaRPr sz="3100">
              <a:solidFill>
                <a:schemeClr val="dk1"/>
              </a:solidFill>
            </a:endParaRPr>
          </a:p>
          <a:p>
            <a:pPr indent="-196850" lvl="0" marL="0" rtl="0" algn="just">
              <a:lnSpc>
                <a:spcPct val="115000"/>
              </a:lnSpc>
              <a:spcBef>
                <a:spcPts val="0"/>
              </a:spcBef>
              <a:spcAft>
                <a:spcPts val="0"/>
              </a:spcAft>
              <a:buClr>
                <a:schemeClr val="dk1"/>
              </a:buClr>
              <a:buSzPts val="3100"/>
              <a:buFont typeface="Calibri"/>
              <a:buAutoNum type="arabicPeriod"/>
            </a:pPr>
            <a:r>
              <a:rPr lang="en-GB" sz="3100">
                <a:solidFill>
                  <a:schemeClr val="dk1"/>
                </a:solidFill>
              </a:rPr>
              <a:t>Pilot a prototype labeling scheme on at least 1000 diverse food items.</a:t>
            </a:r>
            <a:endParaRPr sz="3100">
              <a:solidFill>
                <a:schemeClr val="dk1"/>
              </a:solidFill>
            </a:endParaRPr>
          </a:p>
          <a:p>
            <a:pPr indent="-196850" lvl="0" marL="0" rtl="0" algn="just">
              <a:lnSpc>
                <a:spcPct val="115000"/>
              </a:lnSpc>
              <a:spcBef>
                <a:spcPts val="0"/>
              </a:spcBef>
              <a:spcAft>
                <a:spcPts val="0"/>
              </a:spcAft>
              <a:buClr>
                <a:schemeClr val="dk1"/>
              </a:buClr>
              <a:buSzPts val="3100"/>
              <a:buFont typeface="Calibri"/>
              <a:buAutoNum type="arabicPeriod"/>
            </a:pPr>
            <a:r>
              <a:rPr lang="en-GB" sz="3100">
                <a:solidFill>
                  <a:schemeClr val="dk1"/>
                </a:solidFill>
              </a:rPr>
              <a:t>Test the scalability and usability of a mobile application that integrates FOPL and AI-based recommendations, through a field pilot involving at least 500 consumers across three counties in Kenya.</a:t>
            </a:r>
            <a:endParaRPr sz="4700"/>
          </a:p>
          <a:p>
            <a:pPr indent="-336550" lvl="0" marL="514350" rtl="0" algn="just">
              <a:lnSpc>
                <a:spcPct val="90000"/>
              </a:lnSpc>
              <a:spcBef>
                <a:spcPts val="1200"/>
              </a:spcBef>
              <a:spcAft>
                <a:spcPts val="0"/>
              </a:spcAft>
              <a:buClr>
                <a:schemeClr val="accent5"/>
              </a:buClr>
              <a:buSzPts val="2800"/>
              <a:buFont typeface="Calibri"/>
              <a:buNone/>
            </a:pPr>
            <a:r>
              <a:t/>
            </a:r>
            <a:endParaRPr b="0">
              <a:latin typeface="Calibri"/>
              <a:ea typeface="Calibri"/>
              <a:cs typeface="Calibri"/>
              <a:sym typeface="Calibri"/>
            </a:endParaRPr>
          </a:p>
        </p:txBody>
      </p:sp>
      <p:pic>
        <p:nvPicPr>
          <p:cNvPr id="41" name="Google Shape;41;p4"/>
          <p:cNvPicPr preferRelativeResize="0"/>
          <p:nvPr/>
        </p:nvPicPr>
        <p:blipFill>
          <a:blip r:embed="rId5">
            <a:alphaModFix/>
          </a:blip>
          <a:stretch>
            <a:fillRect/>
          </a:stretch>
        </p:blipFill>
        <p:spPr>
          <a:xfrm>
            <a:off x="6980375" y="33808856"/>
            <a:ext cx="7393492" cy="7393492"/>
          </a:xfrm>
          <a:prstGeom prst="rect">
            <a:avLst/>
          </a:prstGeom>
          <a:noFill/>
          <a:ln>
            <a:noFill/>
          </a:ln>
        </p:spPr>
      </p:pic>
      <p:pic>
        <p:nvPicPr>
          <p:cNvPr id="42" name="Google Shape;42;p4"/>
          <p:cNvPicPr preferRelativeResize="0"/>
          <p:nvPr/>
        </p:nvPicPr>
        <p:blipFill>
          <a:blip r:embed="rId6">
            <a:alphaModFix/>
          </a:blip>
          <a:stretch>
            <a:fillRect/>
          </a:stretch>
        </p:blipFill>
        <p:spPr>
          <a:xfrm>
            <a:off x="14496575" y="32567925"/>
            <a:ext cx="15477115" cy="1262050"/>
          </a:xfrm>
          <a:prstGeom prst="rect">
            <a:avLst/>
          </a:prstGeom>
          <a:noFill/>
          <a:ln>
            <a:noFill/>
          </a:ln>
        </p:spPr>
      </p:pic>
      <p:sp>
        <p:nvSpPr>
          <p:cNvPr id="43" name="Google Shape;43;p4"/>
          <p:cNvSpPr txBox="1"/>
          <p:nvPr/>
        </p:nvSpPr>
        <p:spPr>
          <a:xfrm>
            <a:off x="14925225" y="34045775"/>
            <a:ext cx="13818600" cy="4479300"/>
          </a:xfrm>
          <a:prstGeom prst="rect">
            <a:avLst/>
          </a:prstGeom>
          <a:noFill/>
          <a:ln>
            <a:noFill/>
          </a:ln>
        </p:spPr>
        <p:txBody>
          <a:bodyPr anchorCtr="0" anchor="t" bIns="91425" lIns="91425" spcFirstLastPara="1" rIns="91425" wrap="square" tIns="91425">
            <a:spAutoFit/>
          </a:bodyPr>
          <a:lstStyle/>
          <a:p>
            <a:pPr indent="-425450" lvl="0" marL="457200" rtl="0" algn="l">
              <a:spcBef>
                <a:spcPts val="0"/>
              </a:spcBef>
              <a:spcAft>
                <a:spcPts val="0"/>
              </a:spcAft>
              <a:buSzPts val="3100"/>
              <a:buChar char="●"/>
            </a:pPr>
            <a:r>
              <a:rPr b="1" lang="en-GB" sz="3100"/>
              <a:t>It is a small-scale pilot designed to test</a:t>
            </a:r>
            <a:r>
              <a:rPr b="1" lang="en-GB" sz="3100"/>
              <a:t>:</a:t>
            </a:r>
            <a:endParaRPr b="1" sz="3100"/>
          </a:p>
          <a:p>
            <a:pPr indent="-425450" lvl="1" marL="914400" rtl="0" algn="l">
              <a:spcBef>
                <a:spcPts val="0"/>
              </a:spcBef>
              <a:spcAft>
                <a:spcPts val="0"/>
              </a:spcAft>
              <a:buSzPts val="3100"/>
              <a:buChar char="○"/>
            </a:pPr>
            <a:r>
              <a:rPr lang="en-GB" sz="3100"/>
              <a:t>Consumer uptake of the idea</a:t>
            </a:r>
            <a:endParaRPr sz="3100"/>
          </a:p>
          <a:p>
            <a:pPr indent="-425450" lvl="1" marL="914400" rtl="0" algn="l">
              <a:spcBef>
                <a:spcPts val="0"/>
              </a:spcBef>
              <a:spcAft>
                <a:spcPts val="0"/>
              </a:spcAft>
              <a:buSzPts val="3100"/>
              <a:buChar char="○"/>
            </a:pPr>
            <a:r>
              <a:rPr lang="en-GB" sz="3100"/>
              <a:t>Change in purchase patterns</a:t>
            </a:r>
            <a:endParaRPr sz="3100"/>
          </a:p>
          <a:p>
            <a:pPr indent="-425450" lvl="0" marL="457200" rtl="0" algn="l">
              <a:spcBef>
                <a:spcPts val="0"/>
              </a:spcBef>
              <a:spcAft>
                <a:spcPts val="0"/>
              </a:spcAft>
              <a:buSzPts val="3100"/>
              <a:buChar char="●"/>
            </a:pPr>
            <a:r>
              <a:rPr b="1" lang="en-GB" sz="3100"/>
              <a:t>Beyond the Big Idea Fund:</a:t>
            </a:r>
            <a:endParaRPr b="1" sz="3100"/>
          </a:p>
          <a:p>
            <a:pPr indent="-425450" lvl="1" marL="914400" rtl="0" algn="l">
              <a:spcBef>
                <a:spcPts val="0"/>
              </a:spcBef>
              <a:spcAft>
                <a:spcPts val="0"/>
              </a:spcAft>
              <a:buSzPts val="3100"/>
              <a:buChar char="○"/>
            </a:pPr>
            <a:r>
              <a:rPr lang="en-GB" sz="3100"/>
              <a:t>Scale it up a</a:t>
            </a:r>
            <a:r>
              <a:rPr lang="en-GB" sz="3100"/>
              <a:t>nd run a trial  across the entire country</a:t>
            </a:r>
            <a:endParaRPr sz="3100"/>
          </a:p>
          <a:p>
            <a:pPr indent="-425450" lvl="1" marL="914400" rtl="0" algn="l">
              <a:spcBef>
                <a:spcPts val="0"/>
              </a:spcBef>
              <a:spcAft>
                <a:spcPts val="0"/>
              </a:spcAft>
              <a:buSzPts val="3100"/>
              <a:buChar char="○"/>
            </a:pPr>
            <a:r>
              <a:rPr lang="en-GB" sz="3100"/>
              <a:t>Explore pilot results to influence manufacturers to produce healthier </a:t>
            </a:r>
            <a:r>
              <a:rPr lang="en-GB" sz="3100"/>
              <a:t>products</a:t>
            </a:r>
            <a:endParaRPr sz="3100"/>
          </a:p>
          <a:p>
            <a:pPr indent="-425450" lvl="0" marL="457200" rtl="0" algn="l">
              <a:spcBef>
                <a:spcPts val="0"/>
              </a:spcBef>
              <a:spcAft>
                <a:spcPts val="0"/>
              </a:spcAft>
              <a:buSzPts val="3100"/>
              <a:buChar char="●"/>
            </a:pPr>
            <a:r>
              <a:rPr b="1" lang="en-GB" sz="3100"/>
              <a:t>Sustainability</a:t>
            </a:r>
            <a:r>
              <a:rPr lang="en-GB" sz="3100"/>
              <a:t>:</a:t>
            </a:r>
            <a:endParaRPr sz="3100"/>
          </a:p>
          <a:p>
            <a:pPr indent="-425450" lvl="1" marL="914400" rtl="0" algn="l">
              <a:spcBef>
                <a:spcPts val="0"/>
              </a:spcBef>
              <a:spcAft>
                <a:spcPts val="0"/>
              </a:spcAft>
              <a:buSzPts val="3100"/>
              <a:buChar char="○"/>
            </a:pPr>
            <a:r>
              <a:rPr lang="en-GB" sz="3100"/>
              <a:t>Self-funding </a:t>
            </a:r>
            <a:r>
              <a:rPr lang="en-GB" sz="3100"/>
              <a:t>through</a:t>
            </a:r>
            <a:r>
              <a:rPr lang="en-GB" sz="3100"/>
              <a:t> </a:t>
            </a:r>
            <a:r>
              <a:rPr lang="en-GB" sz="3100"/>
              <a:t>subscriptions</a:t>
            </a:r>
            <a:endParaRPr sz="3100"/>
          </a:p>
        </p:txBody>
      </p:sp>
      <p:pic>
        <p:nvPicPr>
          <p:cNvPr id="44" name="Google Shape;44;p4"/>
          <p:cNvPicPr preferRelativeResize="0"/>
          <p:nvPr/>
        </p:nvPicPr>
        <p:blipFill>
          <a:blip r:embed="rId7">
            <a:alphaModFix/>
          </a:blip>
          <a:stretch>
            <a:fillRect/>
          </a:stretch>
        </p:blipFill>
        <p:spPr>
          <a:xfrm>
            <a:off x="14925225" y="38525076"/>
            <a:ext cx="11830050" cy="3762375"/>
          </a:xfrm>
          <a:prstGeom prst="rect">
            <a:avLst/>
          </a:prstGeom>
          <a:noFill/>
          <a:ln>
            <a:noFill/>
          </a:ln>
        </p:spPr>
      </p:pic>
      <p:pic>
        <p:nvPicPr>
          <p:cNvPr id="45" name="Google Shape;45;p4"/>
          <p:cNvPicPr preferRelativeResize="0"/>
          <p:nvPr/>
        </p:nvPicPr>
        <p:blipFill>
          <a:blip r:embed="rId8">
            <a:alphaModFix/>
          </a:blip>
          <a:stretch>
            <a:fillRect/>
          </a:stretch>
        </p:blipFill>
        <p:spPr>
          <a:xfrm>
            <a:off x="152400" y="21020650"/>
            <a:ext cx="28591427" cy="1154727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5"/>
          <p:cNvSpPr txBox="1"/>
          <p:nvPr>
            <p:ph idx="1" type="body"/>
          </p:nvPr>
        </p:nvSpPr>
        <p:spPr>
          <a:xfrm>
            <a:off x="623691" y="8707618"/>
            <a:ext cx="14299200" cy="840000"/>
          </a:xfrm>
          <a:prstGeom prst="rect">
            <a:avLst/>
          </a:prstGeom>
        </p:spPr>
        <p:txBody>
          <a:bodyPr anchorCtr="0" anchor="t" bIns="223875" lIns="223875" spcFirstLastPara="1" rIns="223875" wrap="square" tIns="223875">
            <a:spAutoFit/>
          </a:bodyPr>
          <a:lstStyle/>
          <a:p>
            <a:pPr indent="0" lvl="0" marL="0" rtl="0" algn="just">
              <a:spcBef>
                <a:spcPts val="3311"/>
              </a:spcBef>
              <a:spcAft>
                <a:spcPts val="0"/>
              </a:spcAft>
              <a:buNone/>
            </a:pPr>
            <a:r>
              <a:t/>
            </a:r>
            <a:endParaRPr/>
          </a:p>
        </p:txBody>
      </p:sp>
      <p:sp>
        <p:nvSpPr>
          <p:cNvPr id="52" name="Google Shape;52;p5"/>
          <p:cNvSpPr txBox="1"/>
          <p:nvPr>
            <p:ph idx="2" type="body"/>
          </p:nvPr>
        </p:nvSpPr>
        <p:spPr>
          <a:xfrm>
            <a:off x="634203" y="7951994"/>
            <a:ext cx="14287800" cy="790500"/>
          </a:xfrm>
          <a:prstGeom prst="rect">
            <a:avLst/>
          </a:prstGeom>
        </p:spPr>
        <p:txBody>
          <a:bodyPr anchorCtr="0" anchor="ctr" bIns="89550" lIns="89550" spcFirstLastPara="1" rIns="89550" wrap="square" tIns="89550">
            <a:spAutoFit/>
          </a:bodyPr>
          <a:lstStyle/>
          <a:p>
            <a:pPr indent="0" lvl="0" marL="0" rtl="0" algn="l">
              <a:spcBef>
                <a:spcPts val="3311"/>
              </a:spcBef>
              <a:spcAft>
                <a:spcPts val="0"/>
              </a:spcAft>
              <a:buNone/>
            </a:pPr>
            <a:r>
              <a:t/>
            </a:r>
            <a:endParaRPr/>
          </a:p>
        </p:txBody>
      </p:sp>
      <p:sp>
        <p:nvSpPr>
          <p:cNvPr id="53" name="Google Shape;53;p5"/>
          <p:cNvSpPr txBox="1"/>
          <p:nvPr>
            <p:ph idx="3" type="body"/>
          </p:nvPr>
        </p:nvSpPr>
        <p:spPr>
          <a:xfrm>
            <a:off x="636211" y="19607182"/>
            <a:ext cx="14291400" cy="790500"/>
          </a:xfrm>
          <a:prstGeom prst="rect">
            <a:avLst/>
          </a:prstGeom>
        </p:spPr>
        <p:txBody>
          <a:bodyPr anchorCtr="0" anchor="ctr" bIns="89550" lIns="89550" spcFirstLastPara="1" rIns="89550" wrap="square" tIns="89550">
            <a:spAutoFit/>
          </a:bodyPr>
          <a:lstStyle/>
          <a:p>
            <a:pPr indent="0" lvl="0" marL="0" rtl="0" algn="l">
              <a:spcBef>
                <a:spcPts val="3311"/>
              </a:spcBef>
              <a:spcAft>
                <a:spcPts val="0"/>
              </a:spcAft>
              <a:buNone/>
            </a:pPr>
            <a:r>
              <a:t/>
            </a:r>
            <a:endParaRPr/>
          </a:p>
        </p:txBody>
      </p:sp>
      <p:sp>
        <p:nvSpPr>
          <p:cNvPr id="54" name="Google Shape;54;p5"/>
          <p:cNvSpPr txBox="1"/>
          <p:nvPr>
            <p:ph idx="4" type="body"/>
          </p:nvPr>
        </p:nvSpPr>
        <p:spPr>
          <a:xfrm>
            <a:off x="15353328" y="7973700"/>
            <a:ext cx="14287800" cy="790500"/>
          </a:xfrm>
          <a:prstGeom prst="rect">
            <a:avLst/>
          </a:prstGeom>
        </p:spPr>
        <p:txBody>
          <a:bodyPr anchorCtr="0" anchor="ctr" bIns="89550" lIns="89550" spcFirstLastPara="1" rIns="89550" wrap="square" tIns="89550">
            <a:spAutoFit/>
          </a:bodyPr>
          <a:lstStyle/>
          <a:p>
            <a:pPr indent="0" lvl="0" marL="0" rtl="0" algn="l">
              <a:spcBef>
                <a:spcPts val="3311"/>
              </a:spcBef>
              <a:spcAft>
                <a:spcPts val="0"/>
              </a:spcAft>
              <a:buNone/>
            </a:pPr>
            <a:r>
              <a:t/>
            </a:r>
            <a:endParaRPr/>
          </a:p>
        </p:txBody>
      </p:sp>
      <p:sp>
        <p:nvSpPr>
          <p:cNvPr id="55" name="Google Shape;55;p5"/>
          <p:cNvSpPr txBox="1"/>
          <p:nvPr>
            <p:ph idx="5" type="body"/>
          </p:nvPr>
        </p:nvSpPr>
        <p:spPr>
          <a:xfrm>
            <a:off x="15353328" y="8707618"/>
            <a:ext cx="14287800" cy="840000"/>
          </a:xfrm>
          <a:prstGeom prst="rect">
            <a:avLst/>
          </a:prstGeom>
        </p:spPr>
        <p:txBody>
          <a:bodyPr anchorCtr="0" anchor="t" bIns="223875" lIns="223875" spcFirstLastPara="1" rIns="223875" wrap="square" tIns="223875">
            <a:spAutoFit/>
          </a:bodyPr>
          <a:lstStyle/>
          <a:p>
            <a:pPr indent="0" lvl="0" marL="0" rtl="0" algn="just">
              <a:spcBef>
                <a:spcPts val="3311"/>
              </a:spcBef>
              <a:spcAft>
                <a:spcPts val="0"/>
              </a:spcAft>
              <a:buNone/>
            </a:pPr>
            <a:r>
              <a:t/>
            </a:r>
            <a:endParaRPr/>
          </a:p>
        </p:txBody>
      </p:sp>
      <p:sp>
        <p:nvSpPr>
          <p:cNvPr id="56" name="Google Shape;56;p5"/>
          <p:cNvSpPr txBox="1"/>
          <p:nvPr>
            <p:ph idx="6" type="body"/>
          </p:nvPr>
        </p:nvSpPr>
        <p:spPr>
          <a:xfrm>
            <a:off x="15353329" y="19629759"/>
            <a:ext cx="14283900" cy="790500"/>
          </a:xfrm>
          <a:prstGeom prst="rect">
            <a:avLst/>
          </a:prstGeom>
        </p:spPr>
        <p:txBody>
          <a:bodyPr anchorCtr="0" anchor="ctr" bIns="89550" lIns="89550" spcFirstLastPara="1" rIns="89550" wrap="square" tIns="89550">
            <a:spAutoFit/>
          </a:bodyPr>
          <a:lstStyle/>
          <a:p>
            <a:pPr indent="0" lvl="0" marL="0" rtl="0" algn="l">
              <a:spcBef>
                <a:spcPts val="3311"/>
              </a:spcBef>
              <a:spcAft>
                <a:spcPts val="0"/>
              </a:spcAft>
              <a:buNone/>
            </a:pPr>
            <a:r>
              <a:t/>
            </a:r>
            <a:endParaRPr/>
          </a:p>
        </p:txBody>
      </p:sp>
      <p:sp>
        <p:nvSpPr>
          <p:cNvPr id="57" name="Google Shape;57;p5"/>
          <p:cNvSpPr txBox="1"/>
          <p:nvPr>
            <p:ph idx="7" type="body"/>
          </p:nvPr>
        </p:nvSpPr>
        <p:spPr>
          <a:xfrm>
            <a:off x="15347853" y="20418034"/>
            <a:ext cx="14289300" cy="840000"/>
          </a:xfrm>
          <a:prstGeom prst="rect">
            <a:avLst/>
          </a:prstGeom>
        </p:spPr>
        <p:txBody>
          <a:bodyPr anchorCtr="0" anchor="t" bIns="223875" lIns="223875" spcFirstLastPara="1" rIns="223875" wrap="square" tIns="223875">
            <a:spAutoFit/>
          </a:bodyPr>
          <a:lstStyle/>
          <a:p>
            <a:pPr indent="0" lvl="0" marL="0" rtl="0" algn="just">
              <a:spcBef>
                <a:spcPts val="3311"/>
              </a:spcBef>
              <a:spcAft>
                <a:spcPts val="0"/>
              </a:spcAft>
              <a:buNone/>
            </a:pPr>
            <a:r>
              <a:t/>
            </a:r>
            <a:endParaRPr/>
          </a:p>
        </p:txBody>
      </p:sp>
      <p:sp>
        <p:nvSpPr>
          <p:cNvPr id="58" name="Google Shape;58;p5"/>
          <p:cNvSpPr txBox="1"/>
          <p:nvPr>
            <p:ph idx="8" type="body"/>
          </p:nvPr>
        </p:nvSpPr>
        <p:spPr>
          <a:xfrm>
            <a:off x="15364404" y="34517565"/>
            <a:ext cx="14276700" cy="790500"/>
          </a:xfrm>
          <a:prstGeom prst="rect">
            <a:avLst/>
          </a:prstGeom>
        </p:spPr>
        <p:txBody>
          <a:bodyPr anchorCtr="0" anchor="ctr" bIns="89550" lIns="89550" spcFirstLastPara="1" rIns="89550" wrap="square" tIns="89550">
            <a:spAutoFit/>
          </a:bodyPr>
          <a:lstStyle/>
          <a:p>
            <a:pPr indent="0" lvl="0" marL="0" rtl="0" algn="l">
              <a:spcBef>
                <a:spcPts val="3311"/>
              </a:spcBef>
              <a:spcAft>
                <a:spcPts val="0"/>
              </a:spcAft>
              <a:buNone/>
            </a:pPr>
            <a:r>
              <a:t/>
            </a:r>
            <a:endParaRPr/>
          </a:p>
        </p:txBody>
      </p:sp>
      <p:sp>
        <p:nvSpPr>
          <p:cNvPr id="59" name="Google Shape;59;p5"/>
          <p:cNvSpPr txBox="1"/>
          <p:nvPr>
            <p:ph idx="9" type="body"/>
          </p:nvPr>
        </p:nvSpPr>
        <p:spPr>
          <a:xfrm>
            <a:off x="15353329" y="35325840"/>
            <a:ext cx="14283900" cy="840000"/>
          </a:xfrm>
          <a:prstGeom prst="rect">
            <a:avLst/>
          </a:prstGeom>
        </p:spPr>
        <p:txBody>
          <a:bodyPr anchorCtr="0" anchor="t" bIns="223875" lIns="223875" spcFirstLastPara="1" rIns="223875" wrap="square" tIns="223875">
            <a:spAutoFit/>
          </a:bodyPr>
          <a:lstStyle/>
          <a:p>
            <a:pPr indent="0" lvl="0" marL="0" rtl="0" algn="just">
              <a:spcBef>
                <a:spcPts val="3311"/>
              </a:spcBef>
              <a:spcAft>
                <a:spcPts val="0"/>
              </a:spcAft>
              <a:buNone/>
            </a:pPr>
            <a:r>
              <a:t/>
            </a:r>
            <a:endParaRPr/>
          </a:p>
        </p:txBody>
      </p:sp>
      <p:sp>
        <p:nvSpPr>
          <p:cNvPr id="60" name="Google Shape;60;p5"/>
          <p:cNvSpPr txBox="1"/>
          <p:nvPr>
            <p:ph idx="13" type="body"/>
          </p:nvPr>
        </p:nvSpPr>
        <p:spPr>
          <a:xfrm>
            <a:off x="623691" y="20397318"/>
            <a:ext cx="14300400" cy="840000"/>
          </a:xfrm>
          <a:prstGeom prst="rect">
            <a:avLst/>
          </a:prstGeom>
        </p:spPr>
        <p:txBody>
          <a:bodyPr anchorCtr="0" anchor="t" bIns="223875" lIns="223875" spcFirstLastPara="1" rIns="223875" wrap="square" tIns="223875">
            <a:spAutoFit/>
          </a:bodyPr>
          <a:lstStyle/>
          <a:p>
            <a:pPr indent="0" lvl="0" marL="0" rtl="0" algn="just">
              <a:spcBef>
                <a:spcPts val="3311"/>
              </a:spcBef>
              <a:spcAft>
                <a:spcPts val="0"/>
              </a:spcAft>
              <a:buNone/>
            </a:pPr>
            <a:r>
              <a:t/>
            </a:r>
            <a:endParaRPr/>
          </a:p>
        </p:txBody>
      </p:sp>
      <p:sp>
        <p:nvSpPr>
          <p:cNvPr id="61" name="Google Shape;61;p5"/>
          <p:cNvSpPr txBox="1"/>
          <p:nvPr>
            <p:ph idx="14" type="body"/>
          </p:nvPr>
        </p:nvSpPr>
        <p:spPr>
          <a:xfrm>
            <a:off x="4090898" y="5097163"/>
            <a:ext cx="22093500" cy="1087500"/>
          </a:xfrm>
          <a:prstGeom prst="rect">
            <a:avLst/>
          </a:prstGeom>
        </p:spPr>
        <p:txBody>
          <a:bodyPr anchorCtr="0" anchor="ctr" bIns="38675" lIns="77325" spcFirstLastPara="1" rIns="77325" wrap="square" tIns="38675">
            <a:normAutofit/>
          </a:bodyPr>
          <a:lstStyle/>
          <a:p>
            <a:pPr indent="0" lvl="0" marL="0" rtl="0" algn="ctr">
              <a:spcBef>
                <a:spcPts val="3311"/>
              </a:spcBef>
              <a:spcAft>
                <a:spcPts val="0"/>
              </a:spcAft>
              <a:buNone/>
            </a:pPr>
            <a:r>
              <a:t/>
            </a:r>
            <a:endParaRPr/>
          </a:p>
        </p:txBody>
      </p:sp>
      <p:sp>
        <p:nvSpPr>
          <p:cNvPr id="62" name="Google Shape;62;p5"/>
          <p:cNvSpPr txBox="1"/>
          <p:nvPr>
            <p:ph idx="15" type="body"/>
          </p:nvPr>
        </p:nvSpPr>
        <p:spPr>
          <a:xfrm>
            <a:off x="4090898" y="3623165"/>
            <a:ext cx="22093500" cy="1262100"/>
          </a:xfrm>
          <a:prstGeom prst="rect">
            <a:avLst/>
          </a:prstGeom>
        </p:spPr>
        <p:txBody>
          <a:bodyPr anchorCtr="1" anchor="ctr" bIns="38675" lIns="77325" spcFirstLastPara="1" rIns="77325" wrap="square" tIns="38675">
            <a:noAutofit/>
          </a:bodyPr>
          <a:lstStyle/>
          <a:p>
            <a:pPr indent="0" lvl="0" marL="0" rtl="0" algn="ctr">
              <a:spcBef>
                <a:spcPts val="3311"/>
              </a:spcBef>
              <a:spcAft>
                <a:spcPts val="0"/>
              </a:spcAft>
              <a:buNone/>
            </a:pPr>
            <a:r>
              <a:t/>
            </a:r>
            <a:endParaRPr/>
          </a:p>
        </p:txBody>
      </p:sp>
      <p:sp>
        <p:nvSpPr>
          <p:cNvPr id="63" name="Google Shape;63;p5"/>
          <p:cNvSpPr txBox="1"/>
          <p:nvPr>
            <p:ph idx="16" type="body"/>
          </p:nvPr>
        </p:nvSpPr>
        <p:spPr>
          <a:xfrm>
            <a:off x="4090898" y="1927208"/>
            <a:ext cx="22093500" cy="1775400"/>
          </a:xfrm>
          <a:prstGeom prst="rect">
            <a:avLst/>
          </a:prstGeom>
        </p:spPr>
        <p:txBody>
          <a:bodyPr anchorCtr="1" anchor="ctr" bIns="38675" lIns="77325" spcFirstLastPara="1" rIns="77325" wrap="square" tIns="38675">
            <a:normAutofit/>
          </a:bodyPr>
          <a:lstStyle/>
          <a:p>
            <a:pPr indent="0" lvl="0" marL="0" rtl="0" algn="ctr">
              <a:spcBef>
                <a:spcPts val="3311"/>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Without Guide">
  <a:themeElements>
    <a:clrScheme name="APHRC">
      <a:dk1>
        <a:srgbClr val="000000"/>
      </a:dk1>
      <a:lt1>
        <a:srgbClr val="FFFFFF"/>
      </a:lt1>
      <a:dk2>
        <a:srgbClr val="44546A"/>
      </a:dk2>
      <a:lt2>
        <a:srgbClr val="E7E6E6"/>
      </a:lt2>
      <a:accent1>
        <a:srgbClr val="7BC148"/>
      </a:accent1>
      <a:accent2>
        <a:srgbClr val="B9D989"/>
      </a:accent2>
      <a:accent3>
        <a:srgbClr val="A6A4A9"/>
      </a:accent3>
      <a:accent4>
        <a:srgbClr val="FEBF2C"/>
      </a:accent4>
      <a:accent5>
        <a:srgbClr val="000000"/>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ith Guide">
  <a:themeElements>
    <a:clrScheme name="APHRC">
      <a:dk1>
        <a:srgbClr val="000000"/>
      </a:dk1>
      <a:lt1>
        <a:srgbClr val="FFFFFF"/>
      </a:lt1>
      <a:dk2>
        <a:srgbClr val="44546A"/>
      </a:dk2>
      <a:lt2>
        <a:srgbClr val="E7E6E6"/>
      </a:lt2>
      <a:accent1>
        <a:srgbClr val="7BC148"/>
      </a:accent1>
      <a:accent2>
        <a:srgbClr val="B9D989"/>
      </a:accent2>
      <a:accent3>
        <a:srgbClr val="A6A4A9"/>
      </a:accent3>
      <a:accent4>
        <a:srgbClr val="FEBF2C"/>
      </a:accent4>
      <a:accent5>
        <a:srgbClr val="000000"/>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